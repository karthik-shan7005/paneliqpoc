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919"/>
    <a:srgbClr val="036DAC"/>
    <a:srgbClr val="3BABE1"/>
    <a:srgbClr val="02466E"/>
    <a:srgbClr val="012F49"/>
    <a:srgbClr val="FFFFFF"/>
    <a:srgbClr val="FCA900"/>
    <a:srgbClr val="037CC2"/>
    <a:srgbClr val="BDE5F1"/>
    <a:srgbClr val="FDC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6C02D-EB7A-43E6-9B83-D5841768E156}" v="1" dt="2026-02-26T09:38:58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C0E2D-5C77-49B4-917E-6A50A8C7C3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0D889-4979-431B-B48A-C52654BF8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56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DA179C8-1EAA-F092-8960-B5E84A0F8C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5373" y="792427"/>
            <a:ext cx="2005461" cy="2595575"/>
          </a:xfrm>
          <a:custGeom>
            <a:avLst/>
            <a:gdLst>
              <a:gd name="connsiteX0" fmla="*/ 0 w 2005461"/>
              <a:gd name="connsiteY0" fmla="*/ 184 h 2595575"/>
              <a:gd name="connsiteX1" fmla="*/ 1694799 w 2005461"/>
              <a:gd name="connsiteY1" fmla="*/ 184 h 2595575"/>
              <a:gd name="connsiteX2" fmla="*/ 2005161 w 2005461"/>
              <a:gd name="connsiteY2" fmla="*/ 310346 h 2595575"/>
              <a:gd name="connsiteX3" fmla="*/ 2005461 w 2005461"/>
              <a:gd name="connsiteY3" fmla="*/ 310346 h 2595575"/>
              <a:gd name="connsiteX4" fmla="*/ 2005461 w 2005461"/>
              <a:gd name="connsiteY4" fmla="*/ 2595575 h 2595575"/>
              <a:gd name="connsiteX5" fmla="*/ 0 w 2005461"/>
              <a:gd name="connsiteY5" fmla="*/ 2595575 h 259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5461" h="2595575">
                <a:moveTo>
                  <a:pt x="0" y="184"/>
                </a:moveTo>
                <a:lnTo>
                  <a:pt x="1694799" y="184"/>
                </a:lnTo>
                <a:cubicBezTo>
                  <a:pt x="1863778" y="-5815"/>
                  <a:pt x="2005161" y="136267"/>
                  <a:pt x="2005161" y="310346"/>
                </a:cubicBezTo>
                <a:lnTo>
                  <a:pt x="2005461" y="310346"/>
                </a:lnTo>
                <a:lnTo>
                  <a:pt x="2005461" y="2595575"/>
                </a:lnTo>
                <a:lnTo>
                  <a:pt x="0" y="2595575"/>
                </a:ln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10D78DF-1584-E36C-938C-844D22CB9B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9868" y="3489990"/>
            <a:ext cx="2383516" cy="2575494"/>
          </a:xfrm>
          <a:custGeom>
            <a:avLst/>
            <a:gdLst>
              <a:gd name="connsiteX0" fmla="*/ 0 w 2383516"/>
              <a:gd name="connsiteY0" fmla="*/ 0 h 2575494"/>
              <a:gd name="connsiteX1" fmla="*/ 2383516 w 2383516"/>
              <a:gd name="connsiteY1" fmla="*/ 0 h 2575494"/>
              <a:gd name="connsiteX2" fmla="*/ 2383516 w 2383516"/>
              <a:gd name="connsiteY2" fmla="*/ 2575494 h 2575494"/>
              <a:gd name="connsiteX3" fmla="*/ 985383 w 2383516"/>
              <a:gd name="connsiteY3" fmla="*/ 2575494 h 2575494"/>
              <a:gd name="connsiteX4" fmla="*/ 970784 w 2383516"/>
              <a:gd name="connsiteY4" fmla="*/ 2575194 h 2575494"/>
              <a:gd name="connsiteX5" fmla="*/ 716215 w 2383516"/>
              <a:gd name="connsiteY5" fmla="*/ 2378318 h 2575494"/>
              <a:gd name="connsiteX6" fmla="*/ 678819 w 2383516"/>
              <a:gd name="connsiteY6" fmla="*/ 2266031 h 2575494"/>
              <a:gd name="connsiteX7" fmla="*/ 678819 w 2383516"/>
              <a:gd name="connsiteY7" fmla="*/ 2264131 h 25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3516" h="2575494">
                <a:moveTo>
                  <a:pt x="0" y="0"/>
                </a:moveTo>
                <a:lnTo>
                  <a:pt x="2383516" y="0"/>
                </a:lnTo>
                <a:lnTo>
                  <a:pt x="2383516" y="2575494"/>
                </a:lnTo>
                <a:lnTo>
                  <a:pt x="985383" y="2575494"/>
                </a:lnTo>
                <a:cubicBezTo>
                  <a:pt x="980584" y="2575494"/>
                  <a:pt x="975584" y="2575494"/>
                  <a:pt x="970784" y="2575194"/>
                </a:cubicBezTo>
                <a:cubicBezTo>
                  <a:pt x="853799" y="2569895"/>
                  <a:pt x="753311" y="2489604"/>
                  <a:pt x="716215" y="2378318"/>
                </a:cubicBezTo>
                <a:lnTo>
                  <a:pt x="678819" y="2266031"/>
                </a:lnTo>
                <a:lnTo>
                  <a:pt x="678819" y="2264131"/>
                </a:lnTo>
                <a:close/>
              </a:path>
            </a:pathLst>
          </a:custGeom>
          <a:solidFill>
            <a:srgbClr val="00818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C939E47-3416-0D2A-E602-9C0E066D35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5373" y="3489990"/>
            <a:ext cx="2005461" cy="2575594"/>
          </a:xfrm>
          <a:custGeom>
            <a:avLst/>
            <a:gdLst>
              <a:gd name="connsiteX0" fmla="*/ 0 w 2005461"/>
              <a:gd name="connsiteY0" fmla="*/ 0 h 2575594"/>
              <a:gd name="connsiteX1" fmla="*/ 2005461 w 2005461"/>
              <a:gd name="connsiteY1" fmla="*/ 0 h 2575594"/>
              <a:gd name="connsiteX2" fmla="*/ 2005461 w 2005461"/>
              <a:gd name="connsiteY2" fmla="*/ 2282229 h 2575594"/>
              <a:gd name="connsiteX3" fmla="*/ 1712196 w 2005461"/>
              <a:gd name="connsiteY3" fmla="*/ 2575594 h 2575594"/>
              <a:gd name="connsiteX4" fmla="*/ 0 w 2005461"/>
              <a:gd name="connsiteY4" fmla="*/ 2575594 h 257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5461" h="2575594">
                <a:moveTo>
                  <a:pt x="0" y="0"/>
                </a:moveTo>
                <a:lnTo>
                  <a:pt x="2005461" y="0"/>
                </a:lnTo>
                <a:lnTo>
                  <a:pt x="2005461" y="2282229"/>
                </a:lnTo>
                <a:cubicBezTo>
                  <a:pt x="2005461" y="2444310"/>
                  <a:pt x="1874177" y="2575594"/>
                  <a:pt x="1712196" y="2575594"/>
                </a:cubicBezTo>
                <a:lnTo>
                  <a:pt x="0" y="2575594"/>
                </a:lnTo>
                <a:close/>
              </a:path>
            </a:pathLst>
          </a:custGeom>
          <a:solidFill>
            <a:srgbClr val="00AEAE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18027503-71A1-409D-0F19-7218B21F09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638" y="792417"/>
            <a:ext cx="3095747" cy="2595586"/>
          </a:xfrm>
          <a:custGeom>
            <a:avLst/>
            <a:gdLst>
              <a:gd name="connsiteX0" fmla="*/ 309779 w 3095747"/>
              <a:gd name="connsiteY0" fmla="*/ 194 h 2595586"/>
              <a:gd name="connsiteX1" fmla="*/ 3095747 w 3095747"/>
              <a:gd name="connsiteY1" fmla="*/ 194 h 2595586"/>
              <a:gd name="connsiteX2" fmla="*/ 3095747 w 3095747"/>
              <a:gd name="connsiteY2" fmla="*/ 2595586 h 2595586"/>
              <a:gd name="connsiteX3" fmla="*/ 681735 w 3095747"/>
              <a:gd name="connsiteY3" fmla="*/ 2595586 h 2595586"/>
              <a:gd name="connsiteX4" fmla="*/ 12114 w 3095747"/>
              <a:gd name="connsiteY4" fmla="*/ 362352 h 2595586"/>
              <a:gd name="connsiteX5" fmla="*/ 12414 w 3095747"/>
              <a:gd name="connsiteY5" fmla="*/ 202170 h 2595586"/>
              <a:gd name="connsiteX6" fmla="*/ 309779 w 3095747"/>
              <a:gd name="connsiteY6" fmla="*/ 194 h 259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5747" h="2595586">
                <a:moveTo>
                  <a:pt x="309779" y="194"/>
                </a:moveTo>
                <a:lnTo>
                  <a:pt x="3095747" y="194"/>
                </a:lnTo>
                <a:lnTo>
                  <a:pt x="3095747" y="2595586"/>
                </a:lnTo>
                <a:lnTo>
                  <a:pt x="681735" y="2595586"/>
                </a:lnTo>
                <a:lnTo>
                  <a:pt x="12114" y="362352"/>
                </a:lnTo>
                <a:cubicBezTo>
                  <a:pt x="-3484" y="309958"/>
                  <a:pt x="-4684" y="253865"/>
                  <a:pt x="12414" y="202170"/>
                </a:cubicBezTo>
                <a:cubicBezTo>
                  <a:pt x="53010" y="80385"/>
                  <a:pt x="169695" y="-4605"/>
                  <a:pt x="309779" y="194"/>
                </a:cubicBezTo>
                <a:close/>
              </a:path>
            </a:pathLst>
          </a:custGeom>
          <a:solidFill>
            <a:srgbClr val="0B7CC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6000" b="1" kern="1200" dirty="0" smtClean="0">
                <a:solidFill>
                  <a:srgbClr val="0B7CC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81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rgbClr val="0B7CC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1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01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730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890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263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F246-D521-2967-7005-0CAFE294B5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2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111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271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6AC9FA-A3B2-2C0A-1CC7-DEFA4C97B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4D5B583-AB61-5E68-8420-D95D965E74F3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CC7-11F8-62D0-95B0-2330B6F2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0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584" y="1028700"/>
            <a:ext cx="4392529" cy="557302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83095"/>
            <a:ext cx="4484189" cy="4543100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87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3"/>
            <a:ext cx="7019025" cy="1475902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lvl1pPr>
              <a:defRPr lang="en-IN" sz="2800" b="1" dirty="0">
                <a:solidFill>
                  <a:srgbClr val="036DAB"/>
                </a:solidFill>
              </a:defRPr>
            </a:lvl1pPr>
          </a:lstStyle>
          <a:p>
            <a:pPr marL="0" lvl="0"/>
            <a:r>
              <a:rPr lang="en-US"/>
              <a:t>Presentation Cover Content Characters Count. 28 Font name: Arial Text Size - 48</a:t>
            </a:r>
            <a:endParaRPr lang="en-IN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E065970-2AE6-19C3-AFF9-B0D18650DFF2}"/>
              </a:ext>
            </a:extLst>
          </p:cNvPr>
          <p:cNvSpPr/>
          <p:nvPr userDrawn="1"/>
        </p:nvSpPr>
        <p:spPr>
          <a:xfrm>
            <a:off x="672584" y="1028700"/>
            <a:ext cx="4392529" cy="557302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Picture Placeholder 26">
            <a:extLst>
              <a:ext uri="{FF2B5EF4-FFF2-40B4-BE49-F238E27FC236}">
                <a16:creationId xmlns:a16="http://schemas.microsoft.com/office/drawing/2014/main" id="{9C9B4769-D236-6E6F-6B46-5A65C3AD82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83095"/>
            <a:ext cx="4484189" cy="4543100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96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08080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238" y="1028700"/>
            <a:ext cx="4394681" cy="557575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350" y="1583599"/>
            <a:ext cx="4486386" cy="4545326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9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72585" y="1009649"/>
            <a:ext cx="4409696" cy="55948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696" y="1568069"/>
            <a:ext cx="4501715" cy="4560856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71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D10A-FAAC-F811-BD7A-475C8EA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F9DD-E75B-C896-20FC-98817030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868D92-E718-400A-BA91-C5D4AEDCAA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Cover Content Characters Count. 68 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928CB1-06AD-9AF1-6D3B-D7FFB24558A4}"/>
              </a:ext>
            </a:extLst>
          </p:cNvPr>
          <p:cNvSpPr/>
          <p:nvPr userDrawn="1"/>
        </p:nvSpPr>
        <p:spPr>
          <a:xfrm>
            <a:off x="657951" y="1030666"/>
            <a:ext cx="4395962" cy="5577385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4B09EAEF-AB73-DA3D-664E-3B20354DE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062" y="1574640"/>
            <a:ext cx="4487694" cy="4546651"/>
          </a:xfrm>
          <a:custGeom>
            <a:avLst/>
            <a:gdLst>
              <a:gd name="connsiteX0" fmla="*/ 4182787 w 4438819"/>
              <a:gd name="connsiteY0" fmla="*/ 0 h 4497134"/>
              <a:gd name="connsiteX1" fmla="*/ 4438819 w 4438819"/>
              <a:gd name="connsiteY1" fmla="*/ 264700 h 4497134"/>
              <a:gd name="connsiteX2" fmla="*/ 4438819 w 4438819"/>
              <a:gd name="connsiteY2" fmla="*/ 4247007 h 4497134"/>
              <a:gd name="connsiteX3" fmla="*/ 4188692 w 4438819"/>
              <a:gd name="connsiteY3" fmla="*/ 4497134 h 4497134"/>
              <a:gd name="connsiteX4" fmla="*/ 1448350 w 4438819"/>
              <a:gd name="connsiteY4" fmla="*/ 4497134 h 4497134"/>
              <a:gd name="connsiteX5" fmla="*/ 1435967 w 4438819"/>
              <a:gd name="connsiteY5" fmla="*/ 4496848 h 4497134"/>
              <a:gd name="connsiteX6" fmla="*/ 1218893 w 4438819"/>
              <a:gd name="connsiteY6" fmla="*/ 4328827 h 4497134"/>
              <a:gd name="connsiteX7" fmla="*/ 1186984 w 4438819"/>
              <a:gd name="connsiteY7" fmla="*/ 4233006 h 4497134"/>
              <a:gd name="connsiteX8" fmla="*/ 1186984 w 4438819"/>
              <a:gd name="connsiteY8" fmla="*/ 4231386 h 4497134"/>
              <a:gd name="connsiteX9" fmla="*/ 10361 w 4438819"/>
              <a:gd name="connsiteY9" fmla="*/ 309277 h 4497134"/>
              <a:gd name="connsiteX10" fmla="*/ 10646 w 4438819"/>
              <a:gd name="connsiteY10" fmla="*/ 172688 h 4497134"/>
              <a:gd name="connsiteX11" fmla="*/ 264202 w 4438819"/>
              <a:gd name="connsiteY11" fmla="*/ 190 h 4497134"/>
              <a:gd name="connsiteX12" fmla="*/ 4173834 w 4438819"/>
              <a:gd name="connsiteY12" fmla="*/ 190 h 4497134"/>
              <a:gd name="connsiteX13" fmla="*/ 4173929 w 4438819"/>
              <a:gd name="connsiteY13" fmla="*/ 190 h 4497134"/>
              <a:gd name="connsiteX14" fmla="*/ 4182787 w 4438819"/>
              <a:gd name="connsiteY14" fmla="*/ 0 h 449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38819" h="4497134">
                <a:moveTo>
                  <a:pt x="4182787" y="0"/>
                </a:moveTo>
                <a:cubicBezTo>
                  <a:pt x="4322900" y="0"/>
                  <a:pt x="4438819" y="119348"/>
                  <a:pt x="4438819" y="264700"/>
                </a:cubicBezTo>
                <a:lnTo>
                  <a:pt x="4438819" y="4247007"/>
                </a:lnTo>
                <a:cubicBezTo>
                  <a:pt x="4438819" y="4385215"/>
                  <a:pt x="4326805" y="4497134"/>
                  <a:pt x="4188692" y="4497134"/>
                </a:cubicBezTo>
                <a:lnTo>
                  <a:pt x="1448350" y="4497134"/>
                </a:lnTo>
                <a:cubicBezTo>
                  <a:pt x="1444159" y="4497134"/>
                  <a:pt x="1440063" y="4497038"/>
                  <a:pt x="1435967" y="4496848"/>
                </a:cubicBezTo>
                <a:cubicBezTo>
                  <a:pt x="1336050" y="4492371"/>
                  <a:pt x="1250420" y="4423696"/>
                  <a:pt x="1218893" y="4328827"/>
                </a:cubicBezTo>
                <a:lnTo>
                  <a:pt x="1186984" y="4233006"/>
                </a:lnTo>
                <a:lnTo>
                  <a:pt x="1186984" y="4231386"/>
                </a:lnTo>
                <a:lnTo>
                  <a:pt x="10361" y="309277"/>
                </a:lnTo>
                <a:cubicBezTo>
                  <a:pt x="-3070" y="264700"/>
                  <a:pt x="-3927" y="216884"/>
                  <a:pt x="10646" y="172688"/>
                </a:cubicBezTo>
                <a:cubicBezTo>
                  <a:pt x="45032" y="68580"/>
                  <a:pt x="144758" y="-3810"/>
                  <a:pt x="264202" y="190"/>
                </a:cubicBezTo>
                <a:lnTo>
                  <a:pt x="4173834" y="190"/>
                </a:lnTo>
                <a:lnTo>
                  <a:pt x="4173929" y="190"/>
                </a:lnTo>
                <a:cubicBezTo>
                  <a:pt x="4176881" y="0"/>
                  <a:pt x="4179834" y="0"/>
                  <a:pt x="4182787" y="0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7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0AEAE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6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FCA900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3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82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9030C-F2FC-ACAE-AE73-4A835FBDAB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B47ED-2176-AF01-B610-A9486C2545BD}"/>
              </a:ext>
            </a:extLst>
          </p:cNvPr>
          <p:cNvSpPr/>
          <p:nvPr userDrawn="1"/>
        </p:nvSpPr>
        <p:spPr>
          <a:xfrm>
            <a:off x="119063" y="1557624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36DAC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20ABEA-AF50-129F-2DA3-F912B1A17A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5" y="1009651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2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72202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73543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8684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9086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72287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5486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5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69345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44968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5826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511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712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56911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3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712504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664018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777319" y="1557338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9561" y="2087974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62762" y="2087974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5961" y="2087974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6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B2BB0A-D9EE-DDC7-DE42-A8EB66471815}"/>
              </a:ext>
            </a:extLst>
          </p:cNvPr>
          <p:cNvSpPr/>
          <p:nvPr userDrawn="1"/>
        </p:nvSpPr>
        <p:spPr>
          <a:xfrm>
            <a:off x="4817279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BD631FC-7F8A-9D95-E6D7-3ECA9846F91F}"/>
              </a:ext>
            </a:extLst>
          </p:cNvPr>
          <p:cNvSpPr/>
          <p:nvPr userDrawn="1"/>
        </p:nvSpPr>
        <p:spPr>
          <a:xfrm>
            <a:off x="8768793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C7DEE20-F5A9-BA99-22C3-777C1955BEF8}"/>
              </a:ext>
            </a:extLst>
          </p:cNvPr>
          <p:cNvSpPr/>
          <p:nvPr userDrawn="1"/>
        </p:nvSpPr>
        <p:spPr>
          <a:xfrm>
            <a:off x="882094" y="1513840"/>
            <a:ext cx="3208295" cy="4070530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92E47D9-5747-3873-953C-AF6E8988FE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4336" y="2044476"/>
            <a:ext cx="3256930" cy="3299684"/>
          </a:xfrm>
          <a:custGeom>
            <a:avLst/>
            <a:gdLst>
              <a:gd name="connsiteX0" fmla="*/ 193897 w 3256930"/>
              <a:gd name="connsiteY0" fmla="*/ 119 h 3299684"/>
              <a:gd name="connsiteX1" fmla="*/ 3062465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7 w 3256930"/>
              <a:gd name="connsiteY9" fmla="*/ 3106012 h 3299684"/>
              <a:gd name="connsiteX10" fmla="*/ 870757 w 3256930"/>
              <a:gd name="connsiteY10" fmla="*/ 3104823 h 3299684"/>
              <a:gd name="connsiteX11" fmla="*/ 7567 w 3256930"/>
              <a:gd name="connsiteY11" fmla="*/ 226732 h 3299684"/>
              <a:gd name="connsiteX12" fmla="*/ 7765 w 3256930"/>
              <a:gd name="connsiteY12" fmla="*/ 126521 h 3299684"/>
              <a:gd name="connsiteX13" fmla="*/ 193897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7" y="119"/>
                </a:moveTo>
                <a:lnTo>
                  <a:pt x="3062465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2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0">
            <a:fgClr>
              <a:srgbClr val="036DAC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8079BCF8-3AB4-4571-503E-C1DB6D82B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537" y="2044476"/>
            <a:ext cx="3256929" cy="3299684"/>
          </a:xfrm>
          <a:custGeom>
            <a:avLst/>
            <a:gdLst>
              <a:gd name="connsiteX0" fmla="*/ 193897 w 3256929"/>
              <a:gd name="connsiteY0" fmla="*/ 119 h 3299684"/>
              <a:gd name="connsiteX1" fmla="*/ 3062464 w 3256929"/>
              <a:gd name="connsiteY1" fmla="*/ 119 h 3299684"/>
              <a:gd name="connsiteX2" fmla="*/ 3256731 w 3256929"/>
              <a:gd name="connsiteY2" fmla="*/ 194189 h 3299684"/>
              <a:gd name="connsiteX3" fmla="*/ 3256929 w 3256929"/>
              <a:gd name="connsiteY3" fmla="*/ 194189 h 3299684"/>
              <a:gd name="connsiteX4" fmla="*/ 3256929 w 3256929"/>
              <a:gd name="connsiteY4" fmla="*/ 3116133 h 3299684"/>
              <a:gd name="connsiteX5" fmla="*/ 3073378 w 3256929"/>
              <a:gd name="connsiteY5" fmla="*/ 3299684 h 3299684"/>
              <a:gd name="connsiteX6" fmla="*/ 1062642 w 3256929"/>
              <a:gd name="connsiteY6" fmla="*/ 3299684 h 3299684"/>
              <a:gd name="connsiteX7" fmla="*/ 1053515 w 3256929"/>
              <a:gd name="connsiteY7" fmla="*/ 3299486 h 3299684"/>
              <a:gd name="connsiteX8" fmla="*/ 894171 w 3256929"/>
              <a:gd name="connsiteY8" fmla="*/ 3176259 h 3299684"/>
              <a:gd name="connsiteX9" fmla="*/ 870757 w 3256929"/>
              <a:gd name="connsiteY9" fmla="*/ 3106012 h 3299684"/>
              <a:gd name="connsiteX10" fmla="*/ 870757 w 3256929"/>
              <a:gd name="connsiteY10" fmla="*/ 3104823 h 3299684"/>
              <a:gd name="connsiteX11" fmla="*/ 7567 w 3256929"/>
              <a:gd name="connsiteY11" fmla="*/ 226732 h 3299684"/>
              <a:gd name="connsiteX12" fmla="*/ 7765 w 3256929"/>
              <a:gd name="connsiteY12" fmla="*/ 126521 h 3299684"/>
              <a:gd name="connsiteX13" fmla="*/ 193897 w 3256929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29" h="3299684">
                <a:moveTo>
                  <a:pt x="193897" y="119"/>
                </a:moveTo>
                <a:lnTo>
                  <a:pt x="3062464" y="119"/>
                </a:lnTo>
                <a:cubicBezTo>
                  <a:pt x="3168229" y="-3652"/>
                  <a:pt x="3256731" y="85247"/>
                  <a:pt x="3256731" y="194189"/>
                </a:cubicBezTo>
                <a:lnTo>
                  <a:pt x="3256929" y="194189"/>
                </a:lnTo>
                <a:lnTo>
                  <a:pt x="3256929" y="3116133"/>
                </a:lnTo>
                <a:cubicBezTo>
                  <a:pt x="3256929" y="3217533"/>
                  <a:pt x="3174778" y="3299684"/>
                  <a:pt x="3073378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3" y="3296113"/>
                  <a:pt x="917388" y="3245908"/>
                  <a:pt x="894171" y="3176259"/>
                </a:cubicBezTo>
                <a:lnTo>
                  <a:pt x="870757" y="3106012"/>
                </a:lnTo>
                <a:lnTo>
                  <a:pt x="870757" y="3104823"/>
                </a:lnTo>
                <a:lnTo>
                  <a:pt x="7567" y="226732"/>
                </a:lnTo>
                <a:cubicBezTo>
                  <a:pt x="-2156" y="193989"/>
                  <a:pt x="-2950" y="158866"/>
                  <a:pt x="7765" y="126521"/>
                </a:cubicBezTo>
                <a:cubicBezTo>
                  <a:pt x="33164" y="50322"/>
                  <a:pt x="106188" y="-2858"/>
                  <a:pt x="193897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444B9673-0D73-4F8B-11AD-A5C082F125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80736" y="2044476"/>
            <a:ext cx="3256930" cy="3299684"/>
          </a:xfrm>
          <a:custGeom>
            <a:avLst/>
            <a:gdLst>
              <a:gd name="connsiteX0" fmla="*/ 193898 w 3256930"/>
              <a:gd name="connsiteY0" fmla="*/ 119 h 3299684"/>
              <a:gd name="connsiteX1" fmla="*/ 3062464 w 3256930"/>
              <a:gd name="connsiteY1" fmla="*/ 119 h 3299684"/>
              <a:gd name="connsiteX2" fmla="*/ 3256732 w 3256930"/>
              <a:gd name="connsiteY2" fmla="*/ 194189 h 3299684"/>
              <a:gd name="connsiteX3" fmla="*/ 3256930 w 3256930"/>
              <a:gd name="connsiteY3" fmla="*/ 194189 h 3299684"/>
              <a:gd name="connsiteX4" fmla="*/ 3256930 w 3256930"/>
              <a:gd name="connsiteY4" fmla="*/ 3116133 h 3299684"/>
              <a:gd name="connsiteX5" fmla="*/ 3073379 w 3256930"/>
              <a:gd name="connsiteY5" fmla="*/ 3299684 h 3299684"/>
              <a:gd name="connsiteX6" fmla="*/ 1062642 w 3256930"/>
              <a:gd name="connsiteY6" fmla="*/ 3299684 h 3299684"/>
              <a:gd name="connsiteX7" fmla="*/ 1053515 w 3256930"/>
              <a:gd name="connsiteY7" fmla="*/ 3299486 h 3299684"/>
              <a:gd name="connsiteX8" fmla="*/ 894172 w 3256930"/>
              <a:gd name="connsiteY8" fmla="*/ 3176259 h 3299684"/>
              <a:gd name="connsiteX9" fmla="*/ 870758 w 3256930"/>
              <a:gd name="connsiteY9" fmla="*/ 3106012 h 3299684"/>
              <a:gd name="connsiteX10" fmla="*/ 870758 w 3256930"/>
              <a:gd name="connsiteY10" fmla="*/ 3104823 h 3299684"/>
              <a:gd name="connsiteX11" fmla="*/ 7568 w 3256930"/>
              <a:gd name="connsiteY11" fmla="*/ 226732 h 3299684"/>
              <a:gd name="connsiteX12" fmla="*/ 7765 w 3256930"/>
              <a:gd name="connsiteY12" fmla="*/ 126521 h 3299684"/>
              <a:gd name="connsiteX13" fmla="*/ 193898 w 3256930"/>
              <a:gd name="connsiteY13" fmla="*/ 119 h 3299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56930" h="3299684">
                <a:moveTo>
                  <a:pt x="193898" y="119"/>
                </a:moveTo>
                <a:lnTo>
                  <a:pt x="3062464" y="119"/>
                </a:lnTo>
                <a:cubicBezTo>
                  <a:pt x="3168230" y="-3652"/>
                  <a:pt x="3256732" y="85247"/>
                  <a:pt x="3256732" y="194189"/>
                </a:cubicBezTo>
                <a:lnTo>
                  <a:pt x="3256930" y="194189"/>
                </a:lnTo>
                <a:lnTo>
                  <a:pt x="3256930" y="3116133"/>
                </a:lnTo>
                <a:cubicBezTo>
                  <a:pt x="3256930" y="3217533"/>
                  <a:pt x="3174779" y="3299684"/>
                  <a:pt x="3073379" y="3299684"/>
                </a:cubicBezTo>
                <a:lnTo>
                  <a:pt x="1062642" y="3299684"/>
                </a:lnTo>
                <a:cubicBezTo>
                  <a:pt x="1059667" y="3299684"/>
                  <a:pt x="1056492" y="3299684"/>
                  <a:pt x="1053515" y="3299486"/>
                </a:cubicBezTo>
                <a:cubicBezTo>
                  <a:pt x="980294" y="3296113"/>
                  <a:pt x="917388" y="3245908"/>
                  <a:pt x="894172" y="3176259"/>
                </a:cubicBezTo>
                <a:lnTo>
                  <a:pt x="870758" y="3106012"/>
                </a:lnTo>
                <a:lnTo>
                  <a:pt x="870758" y="3104823"/>
                </a:lnTo>
                <a:lnTo>
                  <a:pt x="7568" y="226732"/>
                </a:lnTo>
                <a:cubicBezTo>
                  <a:pt x="-2155" y="193989"/>
                  <a:pt x="-2949" y="158866"/>
                  <a:pt x="7765" y="126521"/>
                </a:cubicBezTo>
                <a:cubicBezTo>
                  <a:pt x="33165" y="50322"/>
                  <a:pt x="106189" y="-2858"/>
                  <a:pt x="193898" y="119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39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AEA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42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080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74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606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9B4FAC-4A05-94AE-C476-58DE5BD57877}"/>
              </a:ext>
            </a:extLst>
          </p:cNvPr>
          <p:cNvSpPr/>
          <p:nvPr userDrawn="1"/>
        </p:nvSpPr>
        <p:spPr>
          <a:xfrm>
            <a:off x="166733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D5C060F-DE61-86E3-B640-3C8F6E27D4D4}"/>
              </a:ext>
            </a:extLst>
          </p:cNvPr>
          <p:cNvSpPr/>
          <p:nvPr userDrawn="1"/>
        </p:nvSpPr>
        <p:spPr>
          <a:xfrm>
            <a:off x="7499398" y="1103477"/>
            <a:ext cx="4033657" cy="5117709"/>
          </a:xfrm>
          <a:custGeom>
            <a:avLst/>
            <a:gdLst>
              <a:gd name="connsiteX0" fmla="*/ 4153199 w 4348086"/>
              <a:gd name="connsiteY0" fmla="*/ 1110902 h 5516642"/>
              <a:gd name="connsiteX1" fmla="*/ 334817 w 4348086"/>
              <a:gd name="connsiteY1" fmla="*/ 13527 h 5516642"/>
              <a:gd name="connsiteX2" fmla="*/ 38685 w 4348086"/>
              <a:gd name="connsiteY2" fmla="*/ 110872 h 5516642"/>
              <a:gd name="connsiteX3" fmla="*/ 13 w 4348086"/>
              <a:gd name="connsiteY3" fmla="*/ 244127 h 5516642"/>
              <a:gd name="connsiteX4" fmla="*/ 48305 w 4348086"/>
              <a:gd name="connsiteY4" fmla="*/ 4404838 h 5516642"/>
              <a:gd name="connsiteX5" fmla="*/ 47829 w 4348086"/>
              <a:gd name="connsiteY5" fmla="*/ 4406362 h 5516642"/>
              <a:gd name="connsiteX6" fmla="*/ 52020 w 4348086"/>
              <a:gd name="connsiteY6" fmla="*/ 4508850 h 5516642"/>
              <a:gd name="connsiteX7" fmla="*/ 216897 w 4348086"/>
              <a:gd name="connsiteY7" fmla="*/ 4733831 h 5516642"/>
              <a:gd name="connsiteX8" fmla="*/ 228899 w 4348086"/>
              <a:gd name="connsiteY8" fmla="*/ 4737546 h 5516642"/>
              <a:gd name="connsiteX9" fmla="*/ 2905233 w 4348086"/>
              <a:gd name="connsiteY9" fmla="*/ 5506690 h 5516642"/>
              <a:gd name="connsiteX10" fmla="*/ 3219654 w 4348086"/>
              <a:gd name="connsiteY10" fmla="*/ 5332668 h 5516642"/>
              <a:gd name="connsiteX11" fmla="*/ 4337413 w 4348086"/>
              <a:gd name="connsiteY11" fmla="*/ 1443420 h 5516642"/>
              <a:gd name="connsiteX12" fmla="*/ 4161676 w 4348086"/>
              <a:gd name="connsiteY12" fmla="*/ 1113093 h 5516642"/>
              <a:gd name="connsiteX13" fmla="*/ 4152913 w 4348086"/>
              <a:gd name="connsiteY13" fmla="*/ 1110807 h 551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8086" h="5516642">
                <a:moveTo>
                  <a:pt x="4153199" y="1110902"/>
                </a:moveTo>
                <a:lnTo>
                  <a:pt x="334817" y="13527"/>
                </a:lnTo>
                <a:cubicBezTo>
                  <a:pt x="219279" y="-23907"/>
                  <a:pt x="101550" y="18861"/>
                  <a:pt x="38685" y="110872"/>
                </a:cubicBezTo>
                <a:cubicBezTo>
                  <a:pt x="12015" y="149925"/>
                  <a:pt x="-463" y="196883"/>
                  <a:pt x="13" y="244127"/>
                </a:cubicBezTo>
                <a:lnTo>
                  <a:pt x="48305" y="4404838"/>
                </a:lnTo>
                <a:lnTo>
                  <a:pt x="47829" y="4406362"/>
                </a:lnTo>
                <a:lnTo>
                  <a:pt x="52020" y="4508850"/>
                </a:lnTo>
                <a:cubicBezTo>
                  <a:pt x="56211" y="4610387"/>
                  <a:pt x="120600" y="4701446"/>
                  <a:pt x="216897" y="4733831"/>
                </a:cubicBezTo>
                <a:cubicBezTo>
                  <a:pt x="220898" y="4735165"/>
                  <a:pt x="224898" y="4736403"/>
                  <a:pt x="228899" y="4737546"/>
                </a:cubicBezTo>
                <a:lnTo>
                  <a:pt x="2905233" y="5506690"/>
                </a:lnTo>
                <a:cubicBezTo>
                  <a:pt x="3040107" y="5545456"/>
                  <a:pt x="3180887" y="5467542"/>
                  <a:pt x="3219654" y="5332668"/>
                </a:cubicBezTo>
                <a:lnTo>
                  <a:pt x="4337413" y="1443420"/>
                </a:lnTo>
                <a:cubicBezTo>
                  <a:pt x="4378179" y="1301497"/>
                  <a:pt x="4298455" y="1152431"/>
                  <a:pt x="4161676" y="1113093"/>
                </a:cubicBezTo>
                <a:cubicBezTo>
                  <a:pt x="4158819" y="1112235"/>
                  <a:pt x="4155866" y="1111473"/>
                  <a:pt x="4152913" y="1110807"/>
                </a:cubicBezTo>
              </a:path>
            </a:pathLst>
          </a:custGeom>
          <a:solidFill>
            <a:srgbClr val="FCA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DC8A36-664D-0356-FA32-78E157F673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0650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7272DA7-B99D-CAC9-9C55-5517F4359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4372" y="1625225"/>
            <a:ext cx="4290700" cy="4347026"/>
          </a:xfrm>
          <a:custGeom>
            <a:avLst/>
            <a:gdLst>
              <a:gd name="connsiteX0" fmla="*/ 311463 w 5231709"/>
              <a:gd name="connsiteY0" fmla="*/ 192 h 5300388"/>
              <a:gd name="connsiteX1" fmla="*/ 4919332 w 5231709"/>
              <a:gd name="connsiteY1" fmla="*/ 192 h 5300388"/>
              <a:gd name="connsiteX2" fmla="*/ 5231391 w 5231709"/>
              <a:gd name="connsiteY2" fmla="*/ 311932 h 5300388"/>
              <a:gd name="connsiteX3" fmla="*/ 5231709 w 5231709"/>
              <a:gd name="connsiteY3" fmla="*/ 311932 h 5300388"/>
              <a:gd name="connsiteX4" fmla="*/ 5231709 w 5231709"/>
              <a:gd name="connsiteY4" fmla="*/ 5005544 h 5300388"/>
              <a:gd name="connsiteX5" fmla="*/ 4936864 w 5231709"/>
              <a:gd name="connsiteY5" fmla="*/ 5300388 h 5300388"/>
              <a:gd name="connsiteX6" fmla="*/ 1706954 w 5231709"/>
              <a:gd name="connsiteY6" fmla="*/ 5300388 h 5300388"/>
              <a:gd name="connsiteX7" fmla="*/ 1692294 w 5231709"/>
              <a:gd name="connsiteY7" fmla="*/ 5300070 h 5300388"/>
              <a:gd name="connsiteX8" fmla="*/ 1436336 w 5231709"/>
              <a:gd name="connsiteY8" fmla="*/ 5102127 h 5300388"/>
              <a:gd name="connsiteX9" fmla="*/ 1398725 w 5231709"/>
              <a:gd name="connsiteY9" fmla="*/ 4989287 h 5300388"/>
              <a:gd name="connsiteX10" fmla="*/ 1398725 w 5231709"/>
              <a:gd name="connsiteY10" fmla="*/ 4987376 h 5300388"/>
              <a:gd name="connsiteX11" fmla="*/ 12154 w 5231709"/>
              <a:gd name="connsiteY11" fmla="*/ 364208 h 5300388"/>
              <a:gd name="connsiteX12" fmla="*/ 12472 w 5231709"/>
              <a:gd name="connsiteY12" fmla="*/ 203236 h 5300388"/>
              <a:gd name="connsiteX13" fmla="*/ 311463 w 5231709"/>
              <a:gd name="connsiteY13" fmla="*/ 192 h 530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31709" h="5300388">
                <a:moveTo>
                  <a:pt x="311463" y="192"/>
                </a:moveTo>
                <a:lnTo>
                  <a:pt x="4919332" y="192"/>
                </a:lnTo>
                <a:cubicBezTo>
                  <a:pt x="5089226" y="-5865"/>
                  <a:pt x="5231391" y="136935"/>
                  <a:pt x="5231391" y="311932"/>
                </a:cubicBezTo>
                <a:lnTo>
                  <a:pt x="5231709" y="311932"/>
                </a:lnTo>
                <a:lnTo>
                  <a:pt x="5231709" y="5005544"/>
                </a:lnTo>
                <a:cubicBezTo>
                  <a:pt x="5231709" y="5168427"/>
                  <a:pt x="5099747" y="5300388"/>
                  <a:pt x="4936864" y="5300388"/>
                </a:cubicBezTo>
                <a:lnTo>
                  <a:pt x="1706954" y="5300388"/>
                </a:lnTo>
                <a:cubicBezTo>
                  <a:pt x="1702176" y="5300388"/>
                  <a:pt x="1697076" y="5300388"/>
                  <a:pt x="1692294" y="5300070"/>
                </a:cubicBezTo>
                <a:cubicBezTo>
                  <a:pt x="1574675" y="5294652"/>
                  <a:pt x="1473629" y="5214006"/>
                  <a:pt x="1436336" y="5102127"/>
                </a:cubicBezTo>
                <a:lnTo>
                  <a:pt x="1398725" y="4989287"/>
                </a:lnTo>
                <a:lnTo>
                  <a:pt x="1398725" y="4987376"/>
                </a:lnTo>
                <a:lnTo>
                  <a:pt x="12154" y="364208"/>
                </a:lnTo>
                <a:cubicBezTo>
                  <a:pt x="-3463" y="311611"/>
                  <a:pt x="-4738" y="255193"/>
                  <a:pt x="12472" y="203236"/>
                </a:cubicBezTo>
                <a:cubicBezTo>
                  <a:pt x="53273" y="80835"/>
                  <a:pt x="170573" y="-4590"/>
                  <a:pt x="311463" y="192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29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281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74675"/>
            <a:ext cx="5976938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5803662-0148-A882-C955-8CFD77672D4D}"/>
              </a:ext>
            </a:extLst>
          </p:cNvPr>
          <p:cNvSpPr/>
          <p:nvPr userDrawn="1"/>
        </p:nvSpPr>
        <p:spPr>
          <a:xfrm>
            <a:off x="3646633" y="3660082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3BABE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lt1"/>
              </a:solidFill>
              <a:latin typeface="+mj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95FA45-CCD5-BCA6-2C63-09B4D0AC1EED}"/>
              </a:ext>
            </a:extLst>
          </p:cNvPr>
          <p:cNvSpPr/>
          <p:nvPr userDrawn="1"/>
        </p:nvSpPr>
        <p:spPr>
          <a:xfrm>
            <a:off x="354793" y="3660082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3BABE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lt1"/>
              </a:solidFill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38ADD5-7C47-AE12-33DC-98E749D5D3CF}"/>
              </a:ext>
            </a:extLst>
          </p:cNvPr>
          <p:cNvSpPr/>
          <p:nvPr userDrawn="1"/>
        </p:nvSpPr>
        <p:spPr>
          <a:xfrm>
            <a:off x="232333" y="886075"/>
            <a:ext cx="2274718" cy="228646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036DAC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E5C332-3B9F-169C-2359-DAC7160750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602" y="886075"/>
            <a:ext cx="2274720" cy="2286465"/>
          </a:xfrm>
          <a:custGeom>
            <a:avLst/>
            <a:gdLst>
              <a:gd name="connsiteX0" fmla="*/ 135383 w 2274720"/>
              <a:gd name="connsiteY0" fmla="*/ 83 h 2286465"/>
              <a:gd name="connsiteX1" fmla="*/ 2138900 w 2274720"/>
              <a:gd name="connsiteY1" fmla="*/ 83 h 2286465"/>
              <a:gd name="connsiteX2" fmla="*/ 2274651 w 2274720"/>
              <a:gd name="connsiteY2" fmla="*/ 134567 h 2286465"/>
              <a:gd name="connsiteX3" fmla="*/ 2274720 w 2274720"/>
              <a:gd name="connsiteY3" fmla="*/ 134498 h 2286465"/>
              <a:gd name="connsiteX4" fmla="*/ 2274720 w 2274720"/>
              <a:gd name="connsiteY4" fmla="*/ 2159318 h 2286465"/>
              <a:gd name="connsiteX5" fmla="*/ 2146571 w 2274720"/>
              <a:gd name="connsiteY5" fmla="*/ 2286465 h 2286465"/>
              <a:gd name="connsiteX6" fmla="*/ 742257 w 2274720"/>
              <a:gd name="connsiteY6" fmla="*/ 2286465 h 2286465"/>
              <a:gd name="connsiteX7" fmla="*/ 735898 w 2274720"/>
              <a:gd name="connsiteY7" fmla="*/ 2286328 h 2286465"/>
              <a:gd name="connsiteX8" fmla="*/ 624684 w 2274720"/>
              <a:gd name="connsiteY8" fmla="*/ 2200878 h 2286465"/>
              <a:gd name="connsiteX9" fmla="*/ 608372 w 2274720"/>
              <a:gd name="connsiteY9" fmla="*/ 2152186 h 2286465"/>
              <a:gd name="connsiteX10" fmla="*/ 608372 w 2274720"/>
              <a:gd name="connsiteY10" fmla="*/ 2151363 h 2286465"/>
              <a:gd name="connsiteX11" fmla="*/ 5298 w 2274720"/>
              <a:gd name="connsiteY11" fmla="*/ 157199 h 2286465"/>
              <a:gd name="connsiteX12" fmla="*/ 5437 w 2274720"/>
              <a:gd name="connsiteY12" fmla="*/ 87795 h 2286465"/>
              <a:gd name="connsiteX13" fmla="*/ 135383 w 2274720"/>
              <a:gd name="connsiteY13" fmla="*/ 83 h 2286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74720" h="2286465">
                <a:moveTo>
                  <a:pt x="135383" y="83"/>
                </a:moveTo>
                <a:lnTo>
                  <a:pt x="2138900" y="83"/>
                </a:lnTo>
                <a:cubicBezTo>
                  <a:pt x="2212719" y="-2524"/>
                  <a:pt x="2274651" y="59129"/>
                  <a:pt x="2274651" y="134567"/>
                </a:cubicBezTo>
                <a:lnTo>
                  <a:pt x="2274720" y="134498"/>
                </a:lnTo>
                <a:lnTo>
                  <a:pt x="2274720" y="2159318"/>
                </a:lnTo>
                <a:cubicBezTo>
                  <a:pt x="2274720" y="2229544"/>
                  <a:pt x="2217350" y="2286465"/>
                  <a:pt x="2146571" y="2286465"/>
                </a:cubicBezTo>
                <a:lnTo>
                  <a:pt x="742257" y="2286465"/>
                </a:lnTo>
                <a:cubicBezTo>
                  <a:pt x="740115" y="2286465"/>
                  <a:pt x="738041" y="2286465"/>
                  <a:pt x="735898" y="2286328"/>
                </a:cubicBezTo>
                <a:cubicBezTo>
                  <a:pt x="684749" y="2284065"/>
                  <a:pt x="640858" y="2249157"/>
                  <a:pt x="624684" y="2200878"/>
                </a:cubicBezTo>
                <a:lnTo>
                  <a:pt x="608372" y="2152186"/>
                </a:lnTo>
                <a:lnTo>
                  <a:pt x="608372" y="2151363"/>
                </a:lnTo>
                <a:lnTo>
                  <a:pt x="5298" y="157199"/>
                </a:lnTo>
                <a:cubicBezTo>
                  <a:pt x="-1545" y="134567"/>
                  <a:pt x="-2029" y="110221"/>
                  <a:pt x="5437" y="87795"/>
                </a:cubicBezTo>
                <a:cubicBezTo>
                  <a:pt x="23062" y="34852"/>
                  <a:pt x="74142" y="-1975"/>
                  <a:pt x="135383" y="83"/>
                </a:cubicBezTo>
                <a:close/>
              </a:path>
            </a:pathLst>
          </a:custGeom>
          <a:solidFill>
            <a:srgbClr val="036DAC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939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0086" y="741813"/>
            <a:ext cx="672191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6BEAD0-3C8A-1E45-FBD7-0C4C116F5685}"/>
              </a:ext>
            </a:extLst>
          </p:cNvPr>
          <p:cNvGrpSpPr/>
          <p:nvPr userDrawn="1"/>
        </p:nvGrpSpPr>
        <p:grpSpPr>
          <a:xfrm>
            <a:off x="171459" y="973720"/>
            <a:ext cx="4913004" cy="5573589"/>
            <a:chOff x="171459" y="973720"/>
            <a:chExt cx="4913004" cy="557358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712194" y="973720"/>
              <a:ext cx="4372269" cy="5573589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BE7F2"/>
                </a:gs>
                <a:gs pos="50000">
                  <a:srgbClr val="38ACE5"/>
                </a:gs>
                <a:gs pos="100000">
                  <a:srgbClr val="BBE7F2"/>
                </a:gs>
              </a:gsLst>
              <a:lin ang="135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B1444F-89AF-3155-8E79-E9B995C635D3}"/>
                </a:ext>
              </a:extLst>
            </p:cNvPr>
            <p:cNvSpPr/>
            <p:nvPr/>
          </p:nvSpPr>
          <p:spPr>
            <a:xfrm>
              <a:off x="171459" y="1518817"/>
              <a:ext cx="4491326" cy="4550267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36D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0" name="Picture Placeholder 44">
            <a:extLst>
              <a:ext uri="{FF2B5EF4-FFF2-40B4-BE49-F238E27FC236}">
                <a16:creationId xmlns:a16="http://schemas.microsoft.com/office/drawing/2014/main" id="{786A013C-1435-8F74-7842-4A1E25D0DB05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1675039" y="476946"/>
            <a:ext cx="2857289" cy="560974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279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28589" y="1042829"/>
            <a:ext cx="4891086" cy="5540103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FFECC7"/>
                </a:gs>
                <a:gs pos="50000">
                  <a:srgbClr val="FFCD6A"/>
                </a:gs>
                <a:gs pos="100000">
                  <a:srgbClr val="FFECC7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FCA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75039" y="476946"/>
            <a:ext cx="2857289" cy="560974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03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19063" y="1025800"/>
            <a:ext cx="4910137" cy="5561682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CBF4F3"/>
                </a:gs>
                <a:gs pos="50000">
                  <a:srgbClr val="69E2D6"/>
                </a:gs>
                <a:gs pos="100000">
                  <a:srgbClr val="CBF4F3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7449" y="831344"/>
            <a:ext cx="2679096" cy="5259894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6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6643" y="1071404"/>
            <a:ext cx="6395357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428C58-61E1-975B-E169-011936CEFF07}"/>
              </a:ext>
            </a:extLst>
          </p:cNvPr>
          <p:cNvGrpSpPr/>
          <p:nvPr userDrawn="1"/>
        </p:nvGrpSpPr>
        <p:grpSpPr>
          <a:xfrm>
            <a:off x="119064" y="1023779"/>
            <a:ext cx="4900612" cy="5550893"/>
            <a:chOff x="119049" y="495292"/>
            <a:chExt cx="5182883" cy="58706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A19392-DB98-12D3-80EE-B2E550515D07}"/>
                </a:ext>
              </a:extLst>
            </p:cNvPr>
            <p:cNvSpPr/>
            <p:nvPr/>
          </p:nvSpPr>
          <p:spPr>
            <a:xfrm>
              <a:off x="696654" y="495292"/>
              <a:ext cx="4605278" cy="5870620"/>
            </a:xfrm>
            <a:custGeom>
              <a:avLst/>
              <a:gdLst>
                <a:gd name="connsiteX0" fmla="*/ 4593436 w 4605278"/>
                <a:gd name="connsiteY0" fmla="*/ 1558583 h 5870620"/>
                <a:gd name="connsiteX1" fmla="*/ 3381760 w 4605278"/>
                <a:gd name="connsiteY1" fmla="*/ 5677003 h 5870620"/>
                <a:gd name="connsiteX2" fmla="*/ 3047052 w 4605278"/>
                <a:gd name="connsiteY2" fmla="*/ 5859597 h 5870620"/>
                <a:gd name="connsiteX3" fmla="*/ 212983 w 4605278"/>
                <a:gd name="connsiteY3" fmla="*/ 5025779 h 5870620"/>
                <a:gd name="connsiteX4" fmla="*/ 200220 w 4605278"/>
                <a:gd name="connsiteY4" fmla="*/ 5021683 h 5870620"/>
                <a:gd name="connsiteX5" fmla="*/ 26865 w 4605278"/>
                <a:gd name="connsiteY5" fmla="*/ 4781843 h 5870620"/>
                <a:gd name="connsiteX6" fmla="*/ 23055 w 4605278"/>
                <a:gd name="connsiteY6" fmla="*/ 4673068 h 5870620"/>
                <a:gd name="connsiteX7" fmla="*/ 23531 w 4605278"/>
                <a:gd name="connsiteY7" fmla="*/ 4671449 h 5870620"/>
                <a:gd name="connsiteX8" fmla="*/ 4 w 4605278"/>
                <a:gd name="connsiteY8" fmla="*/ 257278 h 5870620"/>
                <a:gd name="connsiteX9" fmla="*/ 41914 w 4605278"/>
                <a:gd name="connsiteY9" fmla="*/ 116117 h 5870620"/>
                <a:gd name="connsiteX10" fmla="*/ 356716 w 4605278"/>
                <a:gd name="connsiteY10" fmla="*/ 14962 h 5870620"/>
                <a:gd name="connsiteX11" fmla="*/ 4399983 w 4605278"/>
                <a:gd name="connsiteY11" fmla="*/ 1204539 h 5870620"/>
                <a:gd name="connsiteX12" fmla="*/ 4593436 w 4605278"/>
                <a:gd name="connsiteY12" fmla="*/ 1558678 h 587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05278" h="5870620">
                  <a:moveTo>
                    <a:pt x="4593436" y="1558583"/>
                  </a:moveTo>
                  <a:lnTo>
                    <a:pt x="3381760" y="5677003"/>
                  </a:lnTo>
                  <a:cubicBezTo>
                    <a:pt x="3339755" y="5819878"/>
                    <a:pt x="3189832" y="5901603"/>
                    <a:pt x="3047052" y="5859597"/>
                  </a:cubicBezTo>
                  <a:lnTo>
                    <a:pt x="212983" y="5025779"/>
                  </a:lnTo>
                  <a:cubicBezTo>
                    <a:pt x="208697" y="5024541"/>
                    <a:pt x="204411" y="5023207"/>
                    <a:pt x="200220" y="5021683"/>
                  </a:cubicBezTo>
                  <a:cubicBezTo>
                    <a:pt x="98302" y="4986631"/>
                    <a:pt x="30580" y="4889571"/>
                    <a:pt x="26865" y="4781843"/>
                  </a:cubicBezTo>
                  <a:lnTo>
                    <a:pt x="23055" y="4673068"/>
                  </a:lnTo>
                  <a:lnTo>
                    <a:pt x="23531" y="4671449"/>
                  </a:lnTo>
                  <a:lnTo>
                    <a:pt x="4" y="257278"/>
                  </a:lnTo>
                  <a:cubicBezTo>
                    <a:pt x="-281" y="207176"/>
                    <a:pt x="13339" y="157360"/>
                    <a:pt x="41914" y="116117"/>
                  </a:cubicBezTo>
                  <a:cubicBezTo>
                    <a:pt x="109256" y="19057"/>
                    <a:pt x="234415" y="-25615"/>
                    <a:pt x="356716" y="14962"/>
                  </a:cubicBezTo>
                  <a:lnTo>
                    <a:pt x="4399983" y="1204539"/>
                  </a:lnTo>
                  <a:cubicBezTo>
                    <a:pt x="4550478" y="1243020"/>
                    <a:pt x="4638584" y="1405231"/>
                    <a:pt x="4593436" y="1558678"/>
                  </a:cubicBezTo>
                  <a:close/>
                </a:path>
              </a:pathLst>
            </a:custGeom>
            <a:gradFill>
              <a:gsLst>
                <a:gs pos="0">
                  <a:srgbClr val="CBF4F3"/>
                </a:gs>
                <a:gs pos="50000">
                  <a:srgbClr val="69E2D6"/>
                </a:gs>
                <a:gs pos="100000">
                  <a:srgbClr val="CBF4F3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DDE316-456A-5F19-B90C-ABA62EBF1760}"/>
                </a:ext>
              </a:extLst>
            </p:cNvPr>
            <p:cNvSpPr/>
            <p:nvPr/>
          </p:nvSpPr>
          <p:spPr>
            <a:xfrm>
              <a:off x="119049" y="1072910"/>
              <a:ext cx="4759274" cy="4821731"/>
            </a:xfrm>
            <a:custGeom>
              <a:avLst/>
              <a:gdLst>
                <a:gd name="connsiteX0" fmla="*/ 4759180 w 4759274"/>
                <a:gd name="connsiteY0" fmla="*/ 283831 h 4821731"/>
                <a:gd name="connsiteX1" fmla="*/ 4759180 w 4759274"/>
                <a:gd name="connsiteY1" fmla="*/ 4553603 h 4821731"/>
                <a:gd name="connsiteX2" fmla="*/ 4491051 w 4759274"/>
                <a:gd name="connsiteY2" fmla="*/ 4821731 h 4821731"/>
                <a:gd name="connsiteX3" fmla="*/ 1552874 w 4759274"/>
                <a:gd name="connsiteY3" fmla="*/ 4821731 h 4821731"/>
                <a:gd name="connsiteX4" fmla="*/ 1539634 w 4759274"/>
                <a:gd name="connsiteY4" fmla="*/ 4821446 h 4821731"/>
                <a:gd name="connsiteX5" fmla="*/ 1306939 w 4759274"/>
                <a:gd name="connsiteY5" fmla="*/ 4641328 h 4821731"/>
                <a:gd name="connsiteX6" fmla="*/ 1272744 w 4759274"/>
                <a:gd name="connsiteY6" fmla="*/ 4538649 h 4821731"/>
                <a:gd name="connsiteX7" fmla="*/ 1272744 w 4759274"/>
                <a:gd name="connsiteY7" fmla="*/ 4536934 h 4821731"/>
                <a:gd name="connsiteX8" fmla="*/ 11062 w 4759274"/>
                <a:gd name="connsiteY8" fmla="*/ 331551 h 4821731"/>
                <a:gd name="connsiteX9" fmla="*/ 11443 w 4759274"/>
                <a:gd name="connsiteY9" fmla="*/ 185152 h 4821731"/>
                <a:gd name="connsiteX10" fmla="*/ 283382 w 4759274"/>
                <a:gd name="connsiteY10" fmla="*/ 176 h 4821731"/>
                <a:gd name="connsiteX11" fmla="*/ 4475240 w 4759274"/>
                <a:gd name="connsiteY11" fmla="*/ 176 h 4821731"/>
                <a:gd name="connsiteX12" fmla="*/ 4759275 w 4759274"/>
                <a:gd name="connsiteY12" fmla="*/ 283736 h 48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59274" h="4821731">
                  <a:moveTo>
                    <a:pt x="4759180" y="283831"/>
                  </a:moveTo>
                  <a:lnTo>
                    <a:pt x="4759180" y="4553603"/>
                  </a:lnTo>
                  <a:cubicBezTo>
                    <a:pt x="4759180" y="4701717"/>
                    <a:pt x="4639165" y="4821731"/>
                    <a:pt x="4491051" y="4821731"/>
                  </a:cubicBezTo>
                  <a:lnTo>
                    <a:pt x="1552874" y="4821731"/>
                  </a:lnTo>
                  <a:cubicBezTo>
                    <a:pt x="1548397" y="4821731"/>
                    <a:pt x="1544016" y="4821636"/>
                    <a:pt x="1539634" y="4821446"/>
                  </a:cubicBezTo>
                  <a:cubicBezTo>
                    <a:pt x="1432573" y="4816588"/>
                    <a:pt x="1340752" y="4743055"/>
                    <a:pt x="1306939" y="4641328"/>
                  </a:cubicBezTo>
                  <a:lnTo>
                    <a:pt x="1272744" y="4538649"/>
                  </a:lnTo>
                  <a:lnTo>
                    <a:pt x="1272744" y="4536934"/>
                  </a:lnTo>
                  <a:lnTo>
                    <a:pt x="11062" y="331551"/>
                  </a:lnTo>
                  <a:cubicBezTo>
                    <a:pt x="-3225" y="283831"/>
                    <a:pt x="-4273" y="232491"/>
                    <a:pt x="11443" y="185152"/>
                  </a:cubicBezTo>
                  <a:cubicBezTo>
                    <a:pt x="48400" y="73519"/>
                    <a:pt x="155271" y="-4205"/>
                    <a:pt x="283382" y="176"/>
                  </a:cubicBezTo>
                  <a:lnTo>
                    <a:pt x="4475240" y="176"/>
                  </a:lnTo>
                  <a:cubicBezTo>
                    <a:pt x="4629640" y="-5348"/>
                    <a:pt x="4759275" y="124668"/>
                    <a:pt x="4759275" y="283736"/>
                  </a:cubicBezTo>
                  <a:close/>
                </a:path>
              </a:pathLst>
            </a:custGeom>
            <a:solidFill>
              <a:srgbClr val="00AE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159A66D-D214-BBC0-72CF-4B6475BF82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7448" y="828736"/>
            <a:ext cx="2673899" cy="5249691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1F50A-8A87-50D3-64EE-DA289D771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037" y="2333694"/>
            <a:ext cx="6172200" cy="396913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13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9785-015F-E99D-7B38-1B2BC7F3A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754" y="365125"/>
            <a:ext cx="11197046" cy="13255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IN" sz="2800" b="1" dirty="0">
                <a:solidFill>
                  <a:srgbClr val="036DAB"/>
                </a:solidFill>
              </a:defRPr>
            </a:lvl1pPr>
          </a:lstStyle>
          <a:p>
            <a:pPr lvl="0"/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F9089-4BB7-C569-17A8-00433555B5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C3A33-5BAE-6C96-BF22-BCD68589C1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36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036DAC">
              <a:alpha val="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5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3" userDrawn="1">
          <p15:clr>
            <a:srgbClr val="FBAE40"/>
          </p15:clr>
        </p15:guide>
        <p15:guide id="2" orient="horz" pos="14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872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85054E-70FF-7D60-9704-7E1F93D1E9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11961ED-547F-ABDB-7F8F-331E0829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7310"/>
            <a:ext cx="8153400" cy="3106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38880F-E1A9-207D-F4F2-7C426C105919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7309"/>
            <a:ext cx="2743200" cy="310691"/>
          </a:xfrm>
        </p:spPr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CBA5E-CBB3-CFE4-E2BB-444220D15138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CBA6E-C496-416A-B095-B0FD92744AA6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07036F1-94DA-8A39-487C-735AC5C0D041}"/>
              </a:ext>
            </a:extLst>
          </p:cNvPr>
          <p:cNvSpPr/>
          <p:nvPr userDrawn="1"/>
        </p:nvSpPr>
        <p:spPr>
          <a:xfrm>
            <a:off x="119063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solidFill>
            <a:srgbClr val="3BABE1"/>
          </a:soli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3CF506A1-9E1E-A662-36A5-FC58658D78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465" y="1023938"/>
            <a:ext cx="2765100" cy="5129212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05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9CEDCF-9F9B-C25F-D65B-B8EBF315067C}"/>
              </a:ext>
            </a:extLst>
          </p:cNvPr>
          <p:cNvSpPr/>
          <p:nvPr userDrawn="1"/>
        </p:nvSpPr>
        <p:spPr>
          <a:xfrm>
            <a:off x="103707" y="1557338"/>
            <a:ext cx="4512778" cy="4572000"/>
          </a:xfrm>
          <a:custGeom>
            <a:avLst/>
            <a:gdLst>
              <a:gd name="connsiteX0" fmla="*/ 4759180 w 4759274"/>
              <a:gd name="connsiteY0" fmla="*/ 283831 h 4821731"/>
              <a:gd name="connsiteX1" fmla="*/ 4759180 w 4759274"/>
              <a:gd name="connsiteY1" fmla="*/ 4553603 h 4821731"/>
              <a:gd name="connsiteX2" fmla="*/ 4491051 w 4759274"/>
              <a:gd name="connsiteY2" fmla="*/ 4821731 h 4821731"/>
              <a:gd name="connsiteX3" fmla="*/ 1552874 w 4759274"/>
              <a:gd name="connsiteY3" fmla="*/ 4821731 h 4821731"/>
              <a:gd name="connsiteX4" fmla="*/ 1539634 w 4759274"/>
              <a:gd name="connsiteY4" fmla="*/ 4821446 h 4821731"/>
              <a:gd name="connsiteX5" fmla="*/ 1306939 w 4759274"/>
              <a:gd name="connsiteY5" fmla="*/ 4641328 h 4821731"/>
              <a:gd name="connsiteX6" fmla="*/ 1272744 w 4759274"/>
              <a:gd name="connsiteY6" fmla="*/ 4538649 h 4821731"/>
              <a:gd name="connsiteX7" fmla="*/ 1272744 w 4759274"/>
              <a:gd name="connsiteY7" fmla="*/ 4536934 h 4821731"/>
              <a:gd name="connsiteX8" fmla="*/ 11062 w 4759274"/>
              <a:gd name="connsiteY8" fmla="*/ 331551 h 4821731"/>
              <a:gd name="connsiteX9" fmla="*/ 11443 w 4759274"/>
              <a:gd name="connsiteY9" fmla="*/ 185152 h 4821731"/>
              <a:gd name="connsiteX10" fmla="*/ 283382 w 4759274"/>
              <a:gd name="connsiteY10" fmla="*/ 176 h 4821731"/>
              <a:gd name="connsiteX11" fmla="*/ 4475240 w 4759274"/>
              <a:gd name="connsiteY11" fmla="*/ 176 h 4821731"/>
              <a:gd name="connsiteX12" fmla="*/ 4759275 w 4759274"/>
              <a:gd name="connsiteY12" fmla="*/ 283736 h 4821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59274" h="4821731">
                <a:moveTo>
                  <a:pt x="4759180" y="283831"/>
                </a:moveTo>
                <a:lnTo>
                  <a:pt x="4759180" y="4553603"/>
                </a:lnTo>
                <a:cubicBezTo>
                  <a:pt x="4759180" y="4701717"/>
                  <a:pt x="4639165" y="4821731"/>
                  <a:pt x="4491051" y="4821731"/>
                </a:cubicBezTo>
                <a:lnTo>
                  <a:pt x="1552874" y="4821731"/>
                </a:lnTo>
                <a:cubicBezTo>
                  <a:pt x="1548397" y="4821731"/>
                  <a:pt x="1544016" y="4821636"/>
                  <a:pt x="1539634" y="4821446"/>
                </a:cubicBezTo>
                <a:cubicBezTo>
                  <a:pt x="1432573" y="4816588"/>
                  <a:pt x="1340752" y="4743055"/>
                  <a:pt x="1306939" y="4641328"/>
                </a:cubicBezTo>
                <a:lnTo>
                  <a:pt x="1272744" y="4538649"/>
                </a:lnTo>
                <a:lnTo>
                  <a:pt x="1272744" y="4536934"/>
                </a:lnTo>
                <a:lnTo>
                  <a:pt x="11062" y="331551"/>
                </a:lnTo>
                <a:cubicBezTo>
                  <a:pt x="-3225" y="283831"/>
                  <a:pt x="-4273" y="232491"/>
                  <a:pt x="11443" y="185152"/>
                </a:cubicBezTo>
                <a:cubicBezTo>
                  <a:pt x="48400" y="73519"/>
                  <a:pt x="155271" y="-4205"/>
                  <a:pt x="283382" y="176"/>
                </a:cubicBezTo>
                <a:lnTo>
                  <a:pt x="4475240" y="176"/>
                </a:lnTo>
                <a:cubicBezTo>
                  <a:pt x="4629640" y="-5348"/>
                  <a:pt x="4759275" y="124668"/>
                  <a:pt x="4759275" y="283736"/>
                </a:cubicBezTo>
                <a:close/>
              </a:path>
            </a:pathLst>
          </a:custGeom>
          <a:solidFill>
            <a:srgbClr val="036D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71A24642-078C-B311-EA10-C682CB7FDC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4696" y="1946100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171D10F-4906-01ED-1693-8314FBC46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4696" y="3251025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B7509B51-3D70-CBAD-2BD1-C3633217CF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64696" y="4555950"/>
            <a:ext cx="876300" cy="876300"/>
          </a:xfrm>
          <a:prstGeom prst="ellipse">
            <a:avLst/>
          </a:pr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817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FFECC7">
              <a:alpha val="42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817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CBF4F3">
              <a:alpha val="31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37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9826A9E-2EA1-582E-85A2-B8502700ADB2}"/>
              </a:ext>
            </a:extLst>
          </p:cNvPr>
          <p:cNvSpPr/>
          <p:nvPr userDrawn="1"/>
        </p:nvSpPr>
        <p:spPr>
          <a:xfrm>
            <a:off x="5422865" y="0"/>
            <a:ext cx="6769136" cy="6858001"/>
          </a:xfrm>
          <a:custGeom>
            <a:avLst/>
            <a:gdLst>
              <a:gd name="connsiteX0" fmla="*/ 1563351 w 1563350"/>
              <a:gd name="connsiteY0" fmla="*/ 93212 h 1583874"/>
              <a:gd name="connsiteX1" fmla="*/ 1563351 w 1563350"/>
              <a:gd name="connsiteY1" fmla="*/ 1495768 h 1583874"/>
              <a:gd name="connsiteX2" fmla="*/ 1475245 w 1563350"/>
              <a:gd name="connsiteY2" fmla="*/ 1583874 h 1583874"/>
              <a:gd name="connsiteX3" fmla="*/ 510076 w 1563350"/>
              <a:gd name="connsiteY3" fmla="*/ 1583874 h 1583874"/>
              <a:gd name="connsiteX4" fmla="*/ 505695 w 1563350"/>
              <a:gd name="connsiteY4" fmla="*/ 1583779 h 1583874"/>
              <a:gd name="connsiteX5" fmla="*/ 429209 w 1563350"/>
              <a:gd name="connsiteY5" fmla="*/ 1524629 h 1583874"/>
              <a:gd name="connsiteX6" fmla="*/ 417970 w 1563350"/>
              <a:gd name="connsiteY6" fmla="*/ 1490910 h 1583874"/>
              <a:gd name="connsiteX7" fmla="*/ 417970 w 1563350"/>
              <a:gd name="connsiteY7" fmla="*/ 1490339 h 1583874"/>
              <a:gd name="connsiteX8" fmla="*/ 3632 w 1563350"/>
              <a:gd name="connsiteY8" fmla="*/ 108833 h 1583874"/>
              <a:gd name="connsiteX9" fmla="*/ 3727 w 1563350"/>
              <a:gd name="connsiteY9" fmla="*/ 60731 h 1583874"/>
              <a:gd name="connsiteX10" fmla="*/ 93072 w 1563350"/>
              <a:gd name="connsiteY10" fmla="*/ 57 h 1583874"/>
              <a:gd name="connsiteX11" fmla="*/ 1470006 w 1563350"/>
              <a:gd name="connsiteY11" fmla="*/ 57 h 1583874"/>
              <a:gd name="connsiteX12" fmla="*/ 1563256 w 1563350"/>
              <a:gd name="connsiteY12" fmla="*/ 93212 h 1583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3350" h="1583874">
                <a:moveTo>
                  <a:pt x="1563351" y="93212"/>
                </a:moveTo>
                <a:lnTo>
                  <a:pt x="1563351" y="1495768"/>
                </a:lnTo>
                <a:cubicBezTo>
                  <a:pt x="1563351" y="1544441"/>
                  <a:pt x="1523918" y="1583874"/>
                  <a:pt x="1475245" y="1583874"/>
                </a:cubicBezTo>
                <a:lnTo>
                  <a:pt x="510076" y="1583874"/>
                </a:lnTo>
                <a:cubicBezTo>
                  <a:pt x="508648" y="1583874"/>
                  <a:pt x="507124" y="1583874"/>
                  <a:pt x="505695" y="1583779"/>
                </a:cubicBezTo>
                <a:cubicBezTo>
                  <a:pt x="470548" y="1582160"/>
                  <a:pt x="440353" y="1558061"/>
                  <a:pt x="429209" y="1524629"/>
                </a:cubicBezTo>
                <a:lnTo>
                  <a:pt x="417970" y="1490910"/>
                </a:lnTo>
                <a:lnTo>
                  <a:pt x="417970" y="1490339"/>
                </a:lnTo>
                <a:lnTo>
                  <a:pt x="3632" y="108833"/>
                </a:lnTo>
                <a:cubicBezTo>
                  <a:pt x="-1035" y="93116"/>
                  <a:pt x="-1416" y="76257"/>
                  <a:pt x="3727" y="60731"/>
                </a:cubicBezTo>
                <a:cubicBezTo>
                  <a:pt x="15919" y="24155"/>
                  <a:pt x="50971" y="-1372"/>
                  <a:pt x="93072" y="57"/>
                </a:cubicBezTo>
                <a:lnTo>
                  <a:pt x="1470006" y="57"/>
                </a:lnTo>
                <a:cubicBezTo>
                  <a:pt x="1520774" y="-1753"/>
                  <a:pt x="1563256" y="40919"/>
                  <a:pt x="1563256" y="93212"/>
                </a:cubicBezTo>
                <a:close/>
              </a:path>
            </a:pathLst>
          </a:custGeom>
          <a:solidFill>
            <a:srgbClr val="CBF4F3">
              <a:alpha val="31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solidFill>
                <a:srgbClr val="036DAC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769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124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47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4AF6807-B03A-07A3-41B1-5D02625CD7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1827" y="3429000"/>
            <a:ext cx="8468346" cy="3104593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4736F7-B997-12EA-0FA5-A1E8286F291B}"/>
              </a:ext>
            </a:extLst>
          </p:cNvPr>
          <p:cNvSpPr/>
          <p:nvPr userDrawn="1"/>
        </p:nvSpPr>
        <p:spPr>
          <a:xfrm>
            <a:off x="8533984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13B8E06-F786-B80A-E8A7-B89FC1CCB827}"/>
              </a:ext>
            </a:extLst>
          </p:cNvPr>
          <p:cNvSpPr/>
          <p:nvPr userDrawn="1"/>
        </p:nvSpPr>
        <p:spPr>
          <a:xfrm>
            <a:off x="5564458" y="2946267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C8FDB1-5A6F-FF72-15E7-E5ECC62DC940}"/>
              </a:ext>
            </a:extLst>
          </p:cNvPr>
          <p:cNvSpPr/>
          <p:nvPr userDrawn="1"/>
        </p:nvSpPr>
        <p:spPr>
          <a:xfrm>
            <a:off x="2095476" y="4266028"/>
            <a:ext cx="1492673" cy="1902798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16">
            <a:extLst>
              <a:ext uri="{FF2B5EF4-FFF2-40B4-BE49-F238E27FC236}">
                <a16:creationId xmlns:a16="http://schemas.microsoft.com/office/drawing/2014/main" id="{1894724A-B533-6EE6-3485-3BA3CEF1EC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1828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199" y="23063"/>
                  <a:pt x="48667" y="-1310"/>
                  <a:pt x="88864" y="55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F8633871-F655-FD56-A053-AD9A9065EC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9664" y="3141532"/>
            <a:ext cx="1492673" cy="1512268"/>
          </a:xfrm>
          <a:custGeom>
            <a:avLst/>
            <a:gdLst>
              <a:gd name="connsiteX0" fmla="*/ 88865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5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5" y="55"/>
                </a:moveTo>
                <a:lnTo>
                  <a:pt x="1403548" y="55"/>
                </a:lnTo>
                <a:cubicBezTo>
                  <a:pt x="1452021" y="-1674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3" y="1512268"/>
                  <a:pt x="484198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6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5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F919955F-60E7-DE90-8D8D-C1B17FD822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70203" y="4461293"/>
            <a:ext cx="1492673" cy="1512268"/>
          </a:xfrm>
          <a:custGeom>
            <a:avLst/>
            <a:gdLst>
              <a:gd name="connsiteX0" fmla="*/ 88864 w 1492673"/>
              <a:gd name="connsiteY0" fmla="*/ 55 h 1512268"/>
              <a:gd name="connsiteX1" fmla="*/ 1403548 w 1492673"/>
              <a:gd name="connsiteY1" fmla="*/ 55 h 1512268"/>
              <a:gd name="connsiteX2" fmla="*/ 1492582 w 1492673"/>
              <a:gd name="connsiteY2" fmla="*/ 88998 h 1512268"/>
              <a:gd name="connsiteX3" fmla="*/ 1492673 w 1492673"/>
              <a:gd name="connsiteY3" fmla="*/ 88998 h 1512268"/>
              <a:gd name="connsiteX4" fmla="*/ 1492673 w 1492673"/>
              <a:gd name="connsiteY4" fmla="*/ 1428145 h 1512268"/>
              <a:gd name="connsiteX5" fmla="*/ 1408550 w 1492673"/>
              <a:gd name="connsiteY5" fmla="*/ 1512268 h 1512268"/>
              <a:gd name="connsiteX6" fmla="*/ 487016 w 1492673"/>
              <a:gd name="connsiteY6" fmla="*/ 1512268 h 1512268"/>
              <a:gd name="connsiteX7" fmla="*/ 482833 w 1492673"/>
              <a:gd name="connsiteY7" fmla="*/ 1512177 h 1512268"/>
              <a:gd name="connsiteX8" fmla="*/ 409805 w 1492673"/>
              <a:gd name="connsiteY8" fmla="*/ 1455702 h 1512268"/>
              <a:gd name="connsiteX9" fmla="*/ 399074 w 1492673"/>
              <a:gd name="connsiteY9" fmla="*/ 1423507 h 1512268"/>
              <a:gd name="connsiteX10" fmla="*/ 399074 w 1492673"/>
              <a:gd name="connsiteY10" fmla="*/ 1422962 h 1512268"/>
              <a:gd name="connsiteX11" fmla="*/ 3468 w 1492673"/>
              <a:gd name="connsiteY11" fmla="*/ 103913 h 1512268"/>
              <a:gd name="connsiteX12" fmla="*/ 3559 w 1492673"/>
              <a:gd name="connsiteY12" fmla="*/ 57986 h 1512268"/>
              <a:gd name="connsiteX13" fmla="*/ 88864 w 1492673"/>
              <a:gd name="connsiteY13" fmla="*/ 55 h 151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92673" h="1512268">
                <a:moveTo>
                  <a:pt x="88864" y="55"/>
                </a:moveTo>
                <a:lnTo>
                  <a:pt x="1403548" y="55"/>
                </a:lnTo>
                <a:cubicBezTo>
                  <a:pt x="1452021" y="-1673"/>
                  <a:pt x="1492582" y="39069"/>
                  <a:pt x="1492582" y="88998"/>
                </a:cubicBezTo>
                <a:lnTo>
                  <a:pt x="1492673" y="88998"/>
                </a:lnTo>
                <a:lnTo>
                  <a:pt x="1492673" y="1428145"/>
                </a:lnTo>
                <a:cubicBezTo>
                  <a:pt x="1492673" y="1474618"/>
                  <a:pt x="1455023" y="1512268"/>
                  <a:pt x="1408550" y="1512268"/>
                </a:cubicBezTo>
                <a:lnTo>
                  <a:pt x="487016" y="1512268"/>
                </a:lnTo>
                <a:cubicBezTo>
                  <a:pt x="485652" y="1512268"/>
                  <a:pt x="484197" y="1512268"/>
                  <a:pt x="482833" y="1512177"/>
                </a:cubicBezTo>
                <a:cubicBezTo>
                  <a:pt x="449275" y="1510632"/>
                  <a:pt x="420445" y="1487622"/>
                  <a:pt x="409805" y="1455702"/>
                </a:cubicBezTo>
                <a:lnTo>
                  <a:pt x="399074" y="1423507"/>
                </a:lnTo>
                <a:lnTo>
                  <a:pt x="399074" y="1422962"/>
                </a:lnTo>
                <a:lnTo>
                  <a:pt x="3468" y="103913"/>
                </a:lnTo>
                <a:cubicBezTo>
                  <a:pt x="-988" y="88907"/>
                  <a:pt x="-1352" y="72810"/>
                  <a:pt x="3559" y="57986"/>
                </a:cubicBezTo>
                <a:cubicBezTo>
                  <a:pt x="15200" y="23063"/>
                  <a:pt x="48667" y="-1310"/>
                  <a:pt x="88864" y="5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06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CBF4F3"/>
              </a:gs>
              <a:gs pos="50000">
                <a:srgbClr val="69E2D6"/>
              </a:gs>
              <a:gs pos="100000">
                <a:srgbClr val="CBF4F3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4081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FFECC7"/>
              </a:gs>
              <a:gs pos="50000">
                <a:srgbClr val="FCA900"/>
              </a:gs>
              <a:gs pos="100000">
                <a:srgbClr val="FFECC7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007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327234-ED8C-0AED-9A86-7EB5485F336D}"/>
              </a:ext>
            </a:extLst>
          </p:cNvPr>
          <p:cNvSpPr/>
          <p:nvPr userDrawn="1"/>
        </p:nvSpPr>
        <p:spPr>
          <a:xfrm>
            <a:off x="4368416" y="1140178"/>
            <a:ext cx="3471435" cy="4425244"/>
          </a:xfrm>
          <a:custGeom>
            <a:avLst/>
            <a:gdLst>
              <a:gd name="connsiteX0" fmla="*/ 4593436 w 4605278"/>
              <a:gd name="connsiteY0" fmla="*/ 1558583 h 5870620"/>
              <a:gd name="connsiteX1" fmla="*/ 3381760 w 4605278"/>
              <a:gd name="connsiteY1" fmla="*/ 5677003 h 5870620"/>
              <a:gd name="connsiteX2" fmla="*/ 3047052 w 4605278"/>
              <a:gd name="connsiteY2" fmla="*/ 5859597 h 5870620"/>
              <a:gd name="connsiteX3" fmla="*/ 212983 w 4605278"/>
              <a:gd name="connsiteY3" fmla="*/ 5025779 h 5870620"/>
              <a:gd name="connsiteX4" fmla="*/ 200220 w 4605278"/>
              <a:gd name="connsiteY4" fmla="*/ 5021683 h 5870620"/>
              <a:gd name="connsiteX5" fmla="*/ 26865 w 4605278"/>
              <a:gd name="connsiteY5" fmla="*/ 4781843 h 5870620"/>
              <a:gd name="connsiteX6" fmla="*/ 23055 w 4605278"/>
              <a:gd name="connsiteY6" fmla="*/ 4673068 h 5870620"/>
              <a:gd name="connsiteX7" fmla="*/ 23531 w 4605278"/>
              <a:gd name="connsiteY7" fmla="*/ 4671449 h 5870620"/>
              <a:gd name="connsiteX8" fmla="*/ 4 w 4605278"/>
              <a:gd name="connsiteY8" fmla="*/ 257278 h 5870620"/>
              <a:gd name="connsiteX9" fmla="*/ 41914 w 4605278"/>
              <a:gd name="connsiteY9" fmla="*/ 116117 h 5870620"/>
              <a:gd name="connsiteX10" fmla="*/ 356716 w 4605278"/>
              <a:gd name="connsiteY10" fmla="*/ 14962 h 5870620"/>
              <a:gd name="connsiteX11" fmla="*/ 4399983 w 4605278"/>
              <a:gd name="connsiteY11" fmla="*/ 1204539 h 5870620"/>
              <a:gd name="connsiteX12" fmla="*/ 4593436 w 4605278"/>
              <a:gd name="connsiteY12" fmla="*/ 1558678 h 58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605278" h="5870620">
                <a:moveTo>
                  <a:pt x="4593436" y="1558583"/>
                </a:moveTo>
                <a:lnTo>
                  <a:pt x="3381760" y="5677003"/>
                </a:lnTo>
                <a:cubicBezTo>
                  <a:pt x="3339755" y="5819878"/>
                  <a:pt x="3189832" y="5901603"/>
                  <a:pt x="3047052" y="5859597"/>
                </a:cubicBezTo>
                <a:lnTo>
                  <a:pt x="212983" y="5025779"/>
                </a:lnTo>
                <a:cubicBezTo>
                  <a:pt x="208697" y="5024541"/>
                  <a:pt x="204411" y="5023207"/>
                  <a:pt x="200220" y="5021683"/>
                </a:cubicBezTo>
                <a:cubicBezTo>
                  <a:pt x="98302" y="4986631"/>
                  <a:pt x="30580" y="4889571"/>
                  <a:pt x="26865" y="4781843"/>
                </a:cubicBezTo>
                <a:lnTo>
                  <a:pt x="23055" y="4673068"/>
                </a:lnTo>
                <a:lnTo>
                  <a:pt x="23531" y="4671449"/>
                </a:lnTo>
                <a:lnTo>
                  <a:pt x="4" y="257278"/>
                </a:lnTo>
                <a:cubicBezTo>
                  <a:pt x="-281" y="207176"/>
                  <a:pt x="13339" y="157360"/>
                  <a:pt x="41914" y="116117"/>
                </a:cubicBezTo>
                <a:cubicBezTo>
                  <a:pt x="109256" y="19057"/>
                  <a:pt x="234415" y="-25615"/>
                  <a:pt x="356716" y="14962"/>
                </a:cubicBezTo>
                <a:lnTo>
                  <a:pt x="4399983" y="1204539"/>
                </a:lnTo>
                <a:cubicBezTo>
                  <a:pt x="4550478" y="1243020"/>
                  <a:pt x="4638584" y="1405231"/>
                  <a:pt x="4593436" y="1558678"/>
                </a:cubicBezTo>
                <a:close/>
              </a:path>
            </a:pathLst>
          </a:custGeom>
          <a:gradFill>
            <a:gsLst>
              <a:gs pos="0">
                <a:srgbClr val="BBE7F2"/>
              </a:gs>
              <a:gs pos="50000">
                <a:srgbClr val="036DAC"/>
              </a:gs>
              <a:gs pos="100000">
                <a:srgbClr val="BBE7F2"/>
              </a:gs>
            </a:gsLst>
            <a:lin ang="135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D3F9046-54F0-B5CE-4ABB-5F2C9DFCE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3902" y="1586130"/>
            <a:ext cx="3678705" cy="3726998"/>
          </a:xfrm>
          <a:custGeom>
            <a:avLst/>
            <a:gdLst>
              <a:gd name="connsiteX0" fmla="*/ 219007 w 3678705"/>
              <a:gd name="connsiteY0" fmla="*/ 135 h 3726998"/>
              <a:gd name="connsiteX1" fmla="*/ 3459056 w 3678705"/>
              <a:gd name="connsiteY1" fmla="*/ 135 h 3726998"/>
              <a:gd name="connsiteX2" fmla="*/ 3678482 w 3678705"/>
              <a:gd name="connsiteY2" fmla="*/ 219337 h 3726998"/>
              <a:gd name="connsiteX3" fmla="*/ 3678705 w 3678705"/>
              <a:gd name="connsiteY3" fmla="*/ 219337 h 3726998"/>
              <a:gd name="connsiteX4" fmla="*/ 3678705 w 3678705"/>
              <a:gd name="connsiteY4" fmla="*/ 3519677 h 3726998"/>
              <a:gd name="connsiteX5" fmla="*/ 3471384 w 3678705"/>
              <a:gd name="connsiteY5" fmla="*/ 3726998 h 3726998"/>
              <a:gd name="connsiteX6" fmla="*/ 1200255 w 3678705"/>
              <a:gd name="connsiteY6" fmla="*/ 3726998 h 3726998"/>
              <a:gd name="connsiteX7" fmla="*/ 1189946 w 3678705"/>
              <a:gd name="connsiteY7" fmla="*/ 3726775 h 3726998"/>
              <a:gd name="connsiteX8" fmla="*/ 1009968 w 3678705"/>
              <a:gd name="connsiteY8" fmla="*/ 3587589 h 3726998"/>
              <a:gd name="connsiteX9" fmla="*/ 983521 w 3678705"/>
              <a:gd name="connsiteY9" fmla="*/ 3508246 h 3726998"/>
              <a:gd name="connsiteX10" fmla="*/ 983521 w 3678705"/>
              <a:gd name="connsiteY10" fmla="*/ 3506902 h 3726998"/>
              <a:gd name="connsiteX11" fmla="*/ 8547 w 3678705"/>
              <a:gd name="connsiteY11" fmla="*/ 256095 h 3726998"/>
              <a:gd name="connsiteX12" fmla="*/ 8770 w 3678705"/>
              <a:gd name="connsiteY12" fmla="*/ 142907 h 3726998"/>
              <a:gd name="connsiteX13" fmla="*/ 219007 w 3678705"/>
              <a:gd name="connsiteY13" fmla="*/ 135 h 37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78705" h="3726998">
                <a:moveTo>
                  <a:pt x="219007" y="135"/>
                </a:moveTo>
                <a:lnTo>
                  <a:pt x="3459056" y="135"/>
                </a:lnTo>
                <a:cubicBezTo>
                  <a:pt x="3578518" y="-4124"/>
                  <a:pt x="3678482" y="96287"/>
                  <a:pt x="3678482" y="219337"/>
                </a:cubicBezTo>
                <a:lnTo>
                  <a:pt x="3678705" y="219337"/>
                </a:lnTo>
                <a:lnTo>
                  <a:pt x="3678705" y="3519677"/>
                </a:lnTo>
                <a:cubicBezTo>
                  <a:pt x="3678705" y="3634209"/>
                  <a:pt x="3585916" y="3726998"/>
                  <a:pt x="3471384" y="3726998"/>
                </a:cubicBezTo>
                <a:lnTo>
                  <a:pt x="1200255" y="3726998"/>
                </a:lnTo>
                <a:cubicBezTo>
                  <a:pt x="1196895" y="3726998"/>
                  <a:pt x="1193309" y="3726998"/>
                  <a:pt x="1189946" y="3726775"/>
                </a:cubicBezTo>
                <a:cubicBezTo>
                  <a:pt x="1107242" y="3722965"/>
                  <a:pt x="1036190" y="3666258"/>
                  <a:pt x="1009968" y="3587589"/>
                </a:cubicBezTo>
                <a:lnTo>
                  <a:pt x="983521" y="3508246"/>
                </a:lnTo>
                <a:lnTo>
                  <a:pt x="983521" y="3506902"/>
                </a:lnTo>
                <a:lnTo>
                  <a:pt x="8547" y="256095"/>
                </a:lnTo>
                <a:cubicBezTo>
                  <a:pt x="-2435" y="219111"/>
                  <a:pt x="-3332" y="179441"/>
                  <a:pt x="8770" y="142907"/>
                </a:cubicBezTo>
                <a:cubicBezTo>
                  <a:pt x="37459" y="56840"/>
                  <a:pt x="119939" y="-3227"/>
                  <a:pt x="219007" y="135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154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A7C2-7430-1399-6BE2-90C391FEB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913" y="716692"/>
            <a:ext cx="7019025" cy="5436973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solidFill>
                  <a:srgbClr val="036DAB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Break slide</a:t>
            </a:r>
            <a:br>
              <a:rPr lang="en-US"/>
            </a:br>
            <a:r>
              <a:rPr lang="en-US"/>
              <a:t>Font name: Arial</a:t>
            </a:r>
            <a:r>
              <a:rPr lang="en-IN" sz="60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Bold </a:t>
            </a:r>
            <a:r>
              <a:rPr lang="en-US"/>
              <a:t>Text Size - 60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C6F3-805E-6A66-B923-3029A6F9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2CF7-E2B2-E1DC-0FD3-492BA720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8DE15D5-826C-7DD9-EE46-22733462BDFC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gradFill flip="none" rotWithShape="1">
            <a:gsLst>
              <a:gs pos="0">
                <a:srgbClr val="036DAB">
                  <a:shade val="30000"/>
                  <a:satMod val="115000"/>
                </a:srgbClr>
              </a:gs>
              <a:gs pos="50000">
                <a:srgbClr val="036DAB">
                  <a:shade val="67500"/>
                  <a:satMod val="115000"/>
                </a:srgbClr>
              </a:gs>
              <a:gs pos="100000">
                <a:srgbClr val="036DAB">
                  <a:shade val="100000"/>
                  <a:satMod val="115000"/>
                </a:srgbClr>
              </a:gs>
            </a:gsLst>
            <a:lin ang="16200000" scaled="1"/>
            <a:tileRect/>
          </a:gra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71B454-FC51-4858-8962-2B10C460004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9262" y="716177"/>
            <a:ext cx="2181225" cy="543697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584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9BC6E-9E4C-0333-4F14-3683691A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70F5D-1CDF-E435-4680-6E27699C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B02C05C-01CC-3EDA-C766-BCCE3AF58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F00726-EE7B-C18F-320B-1C0E1523B9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877" y="1571911"/>
            <a:ext cx="66562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Characters Count. – up to 600 Inner Page Heading Text – 28, Subheading – 16 &amp; Body 14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F61AB7-2F52-5E34-6B9A-24734A4C3C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060" y="1571913"/>
            <a:ext cx="4522584" cy="4581755"/>
          </a:xfrm>
          <a:custGeom>
            <a:avLst/>
            <a:gdLst>
              <a:gd name="connsiteX0" fmla="*/ 269166 w 4522584"/>
              <a:gd name="connsiteY0" fmla="*/ 165 h 4581755"/>
              <a:gd name="connsiteX1" fmla="*/ 4252547 w 4522584"/>
              <a:gd name="connsiteY1" fmla="*/ 165 h 4581755"/>
              <a:gd name="connsiteX2" fmla="*/ 4522447 w 4522584"/>
              <a:gd name="connsiteY2" fmla="*/ 269652 h 4581755"/>
              <a:gd name="connsiteX3" fmla="*/ 4522584 w 4522584"/>
              <a:gd name="connsiteY3" fmla="*/ 269515 h 4581755"/>
              <a:gd name="connsiteX4" fmla="*/ 4522584 w 4522584"/>
              <a:gd name="connsiteY4" fmla="*/ 4326971 h 4581755"/>
              <a:gd name="connsiteX5" fmla="*/ 4267800 w 4522584"/>
              <a:gd name="connsiteY5" fmla="*/ 4581755 h 4581755"/>
              <a:gd name="connsiteX6" fmla="*/ 1475749 w 4522584"/>
              <a:gd name="connsiteY6" fmla="*/ 4581755 h 4581755"/>
              <a:gd name="connsiteX7" fmla="*/ 1463107 w 4522584"/>
              <a:gd name="connsiteY7" fmla="*/ 4581480 h 4581755"/>
              <a:gd name="connsiteX8" fmla="*/ 1241992 w 4522584"/>
              <a:gd name="connsiteY8" fmla="*/ 4410250 h 4581755"/>
              <a:gd name="connsiteX9" fmla="*/ 1209560 w 4522584"/>
              <a:gd name="connsiteY9" fmla="*/ 4312678 h 4581755"/>
              <a:gd name="connsiteX10" fmla="*/ 1209560 w 4522584"/>
              <a:gd name="connsiteY10" fmla="*/ 4311030 h 4581755"/>
              <a:gd name="connsiteX11" fmla="*/ 10533 w 4522584"/>
              <a:gd name="connsiteY11" fmla="*/ 315004 h 4581755"/>
              <a:gd name="connsiteX12" fmla="*/ 10808 w 4522584"/>
              <a:gd name="connsiteY12" fmla="*/ 175929 h 4581755"/>
              <a:gd name="connsiteX13" fmla="*/ 269166 w 4522584"/>
              <a:gd name="connsiteY13" fmla="*/ 165 h 458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22584" h="4581755">
                <a:moveTo>
                  <a:pt x="269166" y="165"/>
                </a:moveTo>
                <a:lnTo>
                  <a:pt x="4252547" y="165"/>
                </a:lnTo>
                <a:cubicBezTo>
                  <a:pt x="4399315" y="-5059"/>
                  <a:pt x="4522447" y="118485"/>
                  <a:pt x="4522447" y="269652"/>
                </a:cubicBezTo>
                <a:lnTo>
                  <a:pt x="4522584" y="269515"/>
                </a:lnTo>
                <a:lnTo>
                  <a:pt x="4522584" y="4326971"/>
                </a:lnTo>
                <a:cubicBezTo>
                  <a:pt x="4522584" y="4467694"/>
                  <a:pt x="4408521" y="4581755"/>
                  <a:pt x="4267800" y="4581755"/>
                </a:cubicBezTo>
                <a:lnTo>
                  <a:pt x="1475749" y="4581755"/>
                </a:lnTo>
                <a:cubicBezTo>
                  <a:pt x="1471490" y="4581755"/>
                  <a:pt x="1467368" y="4581755"/>
                  <a:pt x="1463107" y="4581480"/>
                </a:cubicBezTo>
                <a:cubicBezTo>
                  <a:pt x="1361413" y="4576946"/>
                  <a:pt x="1274149" y="4506996"/>
                  <a:pt x="1241992" y="4410250"/>
                </a:cubicBezTo>
                <a:lnTo>
                  <a:pt x="1209560" y="4312678"/>
                </a:lnTo>
                <a:lnTo>
                  <a:pt x="1209560" y="4311030"/>
                </a:lnTo>
                <a:lnTo>
                  <a:pt x="10533" y="315004"/>
                </a:lnTo>
                <a:cubicBezTo>
                  <a:pt x="-3072" y="269652"/>
                  <a:pt x="-4035" y="220867"/>
                  <a:pt x="10808" y="175929"/>
                </a:cubicBezTo>
                <a:cubicBezTo>
                  <a:pt x="45850" y="69837"/>
                  <a:pt x="147407" y="-3959"/>
                  <a:pt x="269166" y="165"/>
                </a:cubicBez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1771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788A0FE-A808-F2BE-7EEF-CA9077E7FA1F}"/>
              </a:ext>
            </a:extLst>
          </p:cNvPr>
          <p:cNvGrpSpPr/>
          <p:nvPr userDrawn="1"/>
        </p:nvGrpSpPr>
        <p:grpSpPr>
          <a:xfrm>
            <a:off x="4232031" y="2172117"/>
            <a:ext cx="7959969" cy="2513766"/>
            <a:chOff x="4232031" y="1960263"/>
            <a:chExt cx="7959969" cy="251376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881E4F-7C59-426D-0D69-0108A8005B8F}"/>
                </a:ext>
              </a:extLst>
            </p:cNvPr>
            <p:cNvSpPr txBox="1"/>
            <p:nvPr/>
          </p:nvSpPr>
          <p:spPr>
            <a:xfrm>
              <a:off x="5173961" y="1960263"/>
              <a:ext cx="612858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>
                  <a:solidFill>
                    <a:srgbClr val="036DAC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F0B80E-7E77-EE59-5CB3-B449E1CCD4CC}"/>
                </a:ext>
              </a:extLst>
            </p:cNvPr>
            <p:cNvGrpSpPr/>
            <p:nvPr/>
          </p:nvGrpSpPr>
          <p:grpSpPr>
            <a:xfrm>
              <a:off x="4232031" y="2939727"/>
              <a:ext cx="7959969" cy="1534302"/>
              <a:chOff x="5035275" y="3593225"/>
              <a:chExt cx="7992461" cy="1540565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5F81C0E-EE9F-905A-EAD0-BDC6FE074203}"/>
                  </a:ext>
                </a:extLst>
              </p:cNvPr>
              <p:cNvSpPr/>
              <p:nvPr/>
            </p:nvSpPr>
            <p:spPr>
              <a:xfrm>
                <a:off x="5035275" y="3593225"/>
                <a:ext cx="7992461" cy="1540565"/>
              </a:xfrm>
              <a:prstGeom prst="roundRect">
                <a:avLst/>
              </a:prstGeom>
              <a:solidFill>
                <a:srgbClr val="E7F6FF"/>
              </a:solidFill>
              <a:ln w="3175">
                <a:solidFill>
                  <a:srgbClr val="D0EDFE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/>
                  <a:t>  </a:t>
                </a:r>
                <a:endParaRPr lang="id-ID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26A7294-34AE-3ACC-B51C-8958871C0D2B}"/>
                  </a:ext>
                </a:extLst>
              </p:cNvPr>
              <p:cNvGrpSpPr/>
              <p:nvPr/>
            </p:nvGrpSpPr>
            <p:grpSpPr>
              <a:xfrm>
                <a:off x="6879881" y="4629993"/>
                <a:ext cx="5113355" cy="276999"/>
                <a:chOff x="6249738" y="4201706"/>
                <a:chExt cx="5113355" cy="276999"/>
              </a:xfrm>
            </p:grpSpPr>
            <p:sp>
              <p:nvSpPr>
                <p:cNvPr id="26" name="1. Where does AI fit in your business?​">
                  <a:extLst>
                    <a:ext uri="{FF2B5EF4-FFF2-40B4-BE49-F238E27FC236}">
                      <a16:creationId xmlns:a16="http://schemas.microsoft.com/office/drawing/2014/main" id="{A0C6F40E-BC60-5407-EDF1-12E6F1752584}"/>
                    </a:ext>
                  </a:extLst>
                </p:cNvPr>
                <p:cNvSpPr txBox="1"/>
                <p:nvPr/>
              </p:nvSpPr>
              <p:spPr>
                <a:xfrm>
                  <a:off x="6611045" y="4201706"/>
                  <a:ext cx="1986545" cy="27699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www.borderlessaccess.com</a:t>
                  </a:r>
                  <a:endParaRPr lang="en-IN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7" name="1. Where does AI fit in your business?​">
                  <a:extLst>
                    <a:ext uri="{FF2B5EF4-FFF2-40B4-BE49-F238E27FC236}">
                      <a16:creationId xmlns:a16="http://schemas.microsoft.com/office/drawing/2014/main" id="{2D003366-5441-2465-D1C6-339CEB2082A6}"/>
                    </a:ext>
                  </a:extLst>
                </p:cNvPr>
                <p:cNvSpPr txBox="1"/>
                <p:nvPr/>
              </p:nvSpPr>
              <p:spPr>
                <a:xfrm>
                  <a:off x="9086616" y="4201706"/>
                  <a:ext cx="2276477" cy="27699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connect@borderlessaccess.com</a:t>
                  </a:r>
                </a:p>
              </p:txBody>
            </p:sp>
            <p:pic>
              <p:nvPicPr>
                <p:cNvPr id="28" name="Graphic 33">
                  <a:extLst>
                    <a:ext uri="{FF2B5EF4-FFF2-40B4-BE49-F238E27FC236}">
                      <a16:creationId xmlns:a16="http://schemas.microsoft.com/office/drawing/2014/main" id="{C99245F6-4A1E-ABA6-E5D0-89C088508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49738" y="4218211"/>
                  <a:ext cx="244495" cy="228601"/>
                </a:xfrm>
                <a:prstGeom prst="rect">
                  <a:avLst/>
                </a:prstGeom>
              </p:spPr>
            </p:pic>
            <p:pic>
              <p:nvPicPr>
                <p:cNvPr id="29" name="Graphic 34">
                  <a:extLst>
                    <a:ext uri="{FF2B5EF4-FFF2-40B4-BE49-F238E27FC236}">
                      <a16:creationId xmlns:a16="http://schemas.microsoft.com/office/drawing/2014/main" id="{3EDE1F19-004D-BF6C-CAE4-B321EB80F4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25309" y="4237807"/>
                  <a:ext cx="281848" cy="189409"/>
                </a:xfrm>
                <a:prstGeom prst="rect">
                  <a:avLst/>
                </a:prstGeom>
              </p:spPr>
            </p:pic>
          </p:grpSp>
          <p:sp>
            <p:nvSpPr>
              <p:cNvPr id="13" name="1. Where does AI fit in your business?​">
                <a:extLst>
                  <a:ext uri="{FF2B5EF4-FFF2-40B4-BE49-F238E27FC236}">
                    <a16:creationId xmlns:a16="http://schemas.microsoft.com/office/drawing/2014/main" id="{76A729E2-461D-E74F-7255-DC6CC9274A45}"/>
                  </a:ext>
                </a:extLst>
              </p:cNvPr>
              <p:cNvSpPr txBox="1"/>
              <p:nvPr/>
            </p:nvSpPr>
            <p:spPr>
              <a:xfrm>
                <a:off x="7369860" y="3769746"/>
                <a:ext cx="3534378" cy="351231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spc="3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OFFICE LOCATIONS</a:t>
                </a:r>
                <a:endParaRPr lang="en-IN" sz="1600" b="1" spc="3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1. Where does AI fit in your business?​">
                <a:extLst>
                  <a:ext uri="{FF2B5EF4-FFF2-40B4-BE49-F238E27FC236}">
                    <a16:creationId xmlns:a16="http://schemas.microsoft.com/office/drawing/2014/main" id="{FFF227E0-B836-6397-3098-25E85B44BEE9}"/>
                  </a:ext>
                </a:extLst>
              </p:cNvPr>
              <p:cNvSpPr txBox="1"/>
              <p:nvPr/>
            </p:nvSpPr>
            <p:spPr>
              <a:xfrm>
                <a:off x="6834110" y="4217819"/>
                <a:ext cx="4964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1. Where does AI fit in your business?​">
                <a:extLst>
                  <a:ext uri="{FF2B5EF4-FFF2-40B4-BE49-F238E27FC236}">
                    <a16:creationId xmlns:a16="http://schemas.microsoft.com/office/drawing/2014/main" id="{D8C9B29C-F87F-7494-4498-01FC85262AF7}"/>
                  </a:ext>
                </a:extLst>
              </p:cNvPr>
              <p:cNvSpPr txBox="1"/>
              <p:nvPr/>
            </p:nvSpPr>
            <p:spPr>
              <a:xfrm>
                <a:off x="7516753" y="4229713"/>
                <a:ext cx="212206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UK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1. Where does AI fit in your business?​">
                <a:extLst>
                  <a:ext uri="{FF2B5EF4-FFF2-40B4-BE49-F238E27FC236}">
                    <a16:creationId xmlns:a16="http://schemas.microsoft.com/office/drawing/2014/main" id="{C19293CB-B747-E829-1829-F74C764082B3}"/>
                  </a:ext>
                </a:extLst>
              </p:cNvPr>
              <p:cNvSpPr txBox="1"/>
              <p:nvPr/>
            </p:nvSpPr>
            <p:spPr>
              <a:xfrm>
                <a:off x="8150516" y="4232409"/>
                <a:ext cx="17042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SOUTH AFRICA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1. Where does AI fit in your business?​">
                <a:extLst>
                  <a:ext uri="{FF2B5EF4-FFF2-40B4-BE49-F238E27FC236}">
                    <a16:creationId xmlns:a16="http://schemas.microsoft.com/office/drawing/2014/main" id="{E5C88EDC-8F1A-9B99-F121-F415AFDB60F9}"/>
                  </a:ext>
                </a:extLst>
              </p:cNvPr>
              <p:cNvSpPr txBox="1"/>
              <p:nvPr/>
            </p:nvSpPr>
            <p:spPr>
              <a:xfrm>
                <a:off x="11508533" y="4232409"/>
                <a:ext cx="6261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INDIA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8" name="Graphic 27">
                <a:extLst>
                  <a:ext uri="{FF2B5EF4-FFF2-40B4-BE49-F238E27FC236}">
                    <a16:creationId xmlns:a16="http://schemas.microsoft.com/office/drawing/2014/main" id="{24CD4F76-B74C-67F9-18F2-971352F31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87217" y="4265832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19" name="Graphic 28">
                <a:extLst>
                  <a:ext uri="{FF2B5EF4-FFF2-40B4-BE49-F238E27FC236}">
                    <a16:creationId xmlns:a16="http://schemas.microsoft.com/office/drawing/2014/main" id="{E1210770-E4F0-74C5-54BF-98CBBADA8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369860" y="4269875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20" name="Graphic 29">
                <a:extLst>
                  <a:ext uri="{FF2B5EF4-FFF2-40B4-BE49-F238E27FC236}">
                    <a16:creationId xmlns:a16="http://schemas.microsoft.com/office/drawing/2014/main" id="{0C747E33-D1D8-CD64-C035-266E5DBD0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03623" y="4271951"/>
                <a:ext cx="147715" cy="180975"/>
              </a:xfrm>
              <a:prstGeom prst="rect">
                <a:avLst/>
              </a:prstGeom>
            </p:spPr>
          </p:pic>
          <p:pic>
            <p:nvPicPr>
              <p:cNvPr id="21" name="Graphic 30">
                <a:extLst>
                  <a:ext uri="{FF2B5EF4-FFF2-40B4-BE49-F238E27FC236}">
                    <a16:creationId xmlns:a16="http://schemas.microsoft.com/office/drawing/2014/main" id="{A88EF355-9263-31B4-8321-3638B9DE3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361640" y="4277991"/>
                <a:ext cx="147715" cy="180975"/>
              </a:xfrm>
              <a:prstGeom prst="rect">
                <a:avLst/>
              </a:prstGeom>
            </p:spPr>
          </p:pic>
          <p:sp>
            <p:nvSpPr>
              <p:cNvPr id="22" name="1. Where does AI fit in your business?​">
                <a:extLst>
                  <a:ext uri="{FF2B5EF4-FFF2-40B4-BE49-F238E27FC236}">
                    <a16:creationId xmlns:a16="http://schemas.microsoft.com/office/drawing/2014/main" id="{1631FC19-2FC7-5A9A-1EC2-7DFF36F9F077}"/>
                  </a:ext>
                </a:extLst>
              </p:cNvPr>
              <p:cNvSpPr txBox="1"/>
              <p:nvPr/>
            </p:nvSpPr>
            <p:spPr>
              <a:xfrm>
                <a:off x="9509595" y="4232409"/>
                <a:ext cx="17042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SAUDI ARABIA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3" name="Graphic 18">
                <a:extLst>
                  <a:ext uri="{FF2B5EF4-FFF2-40B4-BE49-F238E27FC236}">
                    <a16:creationId xmlns:a16="http://schemas.microsoft.com/office/drawing/2014/main" id="{FD8B5978-9928-607F-8F14-86ED783E7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362702" y="4271951"/>
                <a:ext cx="147715" cy="180975"/>
              </a:xfrm>
              <a:prstGeom prst="rect">
                <a:avLst/>
              </a:prstGeom>
            </p:spPr>
          </p:pic>
          <p:sp>
            <p:nvSpPr>
              <p:cNvPr id="24" name="1. Where does AI fit in your business?​">
                <a:extLst>
                  <a:ext uri="{FF2B5EF4-FFF2-40B4-BE49-F238E27FC236}">
                    <a16:creationId xmlns:a16="http://schemas.microsoft.com/office/drawing/2014/main" id="{D985A4A5-962D-90C4-86A3-E7EB6BAF7332}"/>
                  </a:ext>
                </a:extLst>
              </p:cNvPr>
              <p:cNvSpPr txBox="1"/>
              <p:nvPr/>
            </p:nvSpPr>
            <p:spPr>
              <a:xfrm>
                <a:off x="10822374" y="4232409"/>
                <a:ext cx="4584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UAE</a:t>
                </a:r>
                <a:endParaRPr lang="en-IN"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5" name="Graphic 36">
                <a:extLst>
                  <a:ext uri="{FF2B5EF4-FFF2-40B4-BE49-F238E27FC236}">
                    <a16:creationId xmlns:a16="http://schemas.microsoft.com/office/drawing/2014/main" id="{5338F94E-FE55-0167-B496-E8639CB37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75481" y="4271951"/>
                <a:ext cx="147715" cy="180975"/>
              </a:xfrm>
              <a:prstGeom prst="rect">
                <a:avLst/>
              </a:prstGeom>
            </p:spPr>
          </p:pic>
        </p:grp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C6F3-805E-6A66-B923-3029A6F9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2CF7-E2B2-E1DC-0FD3-492BA720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8DE15D5-826C-7DD9-EE46-22733462BDFC}"/>
              </a:ext>
            </a:extLst>
          </p:cNvPr>
          <p:cNvSpPr/>
          <p:nvPr userDrawn="1"/>
        </p:nvSpPr>
        <p:spPr>
          <a:xfrm>
            <a:off x="119061" y="1571911"/>
            <a:ext cx="4522581" cy="4581754"/>
          </a:xfrm>
          <a:custGeom>
            <a:avLst/>
            <a:gdLst>
              <a:gd name="connsiteX0" fmla="*/ 2269115 w 2269114"/>
              <a:gd name="connsiteY0" fmla="*/ 135224 h 2298801"/>
              <a:gd name="connsiteX1" fmla="*/ 2269115 w 2269114"/>
              <a:gd name="connsiteY1" fmla="*/ 2170969 h 2298801"/>
              <a:gd name="connsiteX2" fmla="*/ 2141282 w 2269114"/>
              <a:gd name="connsiteY2" fmla="*/ 2298802 h 2298801"/>
              <a:gd name="connsiteX3" fmla="*/ 740427 w 2269114"/>
              <a:gd name="connsiteY3" fmla="*/ 2298802 h 2298801"/>
              <a:gd name="connsiteX4" fmla="*/ 734084 w 2269114"/>
              <a:gd name="connsiteY4" fmla="*/ 2298664 h 2298801"/>
              <a:gd name="connsiteX5" fmla="*/ 623144 w 2269114"/>
              <a:gd name="connsiteY5" fmla="*/ 2212753 h 2298801"/>
              <a:gd name="connsiteX6" fmla="*/ 606872 w 2269114"/>
              <a:gd name="connsiteY6" fmla="*/ 2163798 h 2298801"/>
              <a:gd name="connsiteX7" fmla="*/ 606872 w 2269114"/>
              <a:gd name="connsiteY7" fmla="*/ 2162971 h 2298801"/>
              <a:gd name="connsiteX8" fmla="*/ 5284 w 2269114"/>
              <a:gd name="connsiteY8" fmla="*/ 158047 h 2298801"/>
              <a:gd name="connsiteX9" fmla="*/ 5422 w 2269114"/>
              <a:gd name="connsiteY9" fmla="*/ 88269 h 2298801"/>
              <a:gd name="connsiteX10" fmla="*/ 135048 w 2269114"/>
              <a:gd name="connsiteY10" fmla="*/ 83 h 2298801"/>
              <a:gd name="connsiteX11" fmla="*/ 2133629 w 2269114"/>
              <a:gd name="connsiteY11" fmla="*/ 83 h 2298801"/>
              <a:gd name="connsiteX12" fmla="*/ 2269046 w 2269114"/>
              <a:gd name="connsiteY12" fmla="*/ 135293 h 229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69114" h="2298801">
                <a:moveTo>
                  <a:pt x="2269115" y="135224"/>
                </a:moveTo>
                <a:lnTo>
                  <a:pt x="2269115" y="2170969"/>
                </a:lnTo>
                <a:cubicBezTo>
                  <a:pt x="2269115" y="2241574"/>
                  <a:pt x="2211886" y="2298802"/>
                  <a:pt x="2141282" y="2298802"/>
                </a:cubicBezTo>
                <a:lnTo>
                  <a:pt x="740427" y="2298802"/>
                </a:lnTo>
                <a:cubicBezTo>
                  <a:pt x="738290" y="2298802"/>
                  <a:pt x="736222" y="2298802"/>
                  <a:pt x="734084" y="2298664"/>
                </a:cubicBezTo>
                <a:cubicBezTo>
                  <a:pt x="683061" y="2296389"/>
                  <a:pt x="639278" y="2261293"/>
                  <a:pt x="623144" y="2212753"/>
                </a:cubicBezTo>
                <a:lnTo>
                  <a:pt x="606872" y="2163798"/>
                </a:lnTo>
                <a:lnTo>
                  <a:pt x="606872" y="2162971"/>
                </a:lnTo>
                <a:lnTo>
                  <a:pt x="5284" y="158047"/>
                </a:lnTo>
                <a:cubicBezTo>
                  <a:pt x="-1542" y="135293"/>
                  <a:pt x="-2025" y="110816"/>
                  <a:pt x="5422" y="88269"/>
                </a:cubicBezTo>
                <a:cubicBezTo>
                  <a:pt x="23004" y="35040"/>
                  <a:pt x="73958" y="-1986"/>
                  <a:pt x="135048" y="83"/>
                </a:cubicBezTo>
                <a:lnTo>
                  <a:pt x="2133629" y="83"/>
                </a:lnTo>
                <a:cubicBezTo>
                  <a:pt x="2207267" y="-2538"/>
                  <a:pt x="2269046" y="59448"/>
                  <a:pt x="2269046" y="135293"/>
                </a:cubicBezTo>
                <a:close/>
              </a:path>
            </a:pathLst>
          </a:custGeom>
          <a:gradFill flip="none" rotWithShape="1">
            <a:gsLst>
              <a:gs pos="0">
                <a:srgbClr val="036DAB">
                  <a:shade val="30000"/>
                  <a:satMod val="115000"/>
                </a:srgbClr>
              </a:gs>
              <a:gs pos="50000">
                <a:srgbClr val="036DAB">
                  <a:shade val="67500"/>
                  <a:satMod val="115000"/>
                </a:srgbClr>
              </a:gs>
              <a:gs pos="100000">
                <a:srgbClr val="036DAB">
                  <a:shade val="100000"/>
                  <a:satMod val="115000"/>
                </a:srgbClr>
              </a:gs>
            </a:gsLst>
            <a:lin ang="16200000" scaled="1"/>
            <a:tileRect/>
          </a:gradFill>
          <a:ln w="6894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8D9B8-3207-71DB-F9D9-F7EF61A310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2198" y="715963"/>
            <a:ext cx="3558448" cy="543718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0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E6C5-1461-CB9D-BB58-66627129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11932-C3A7-17FC-DE53-315A59CDA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F9B8C-C8EB-3CD2-ACD6-2FDEEBF7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90E03-FDD6-84DE-ABE0-A84AB1E4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1379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C679-05D1-50B3-2E03-76BBCC95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55BF-9A6A-AA29-DD79-BDC2E779A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A7714-9E29-7B32-E047-F1349DC31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7FE13-A5C7-7239-FDD6-94504D58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669F9-3287-F27A-F564-4A30DC3EF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84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EA29-C378-6662-94A7-C1DA70D1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4CF5C-7B10-77AE-D3FE-E114C5C9A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76AC0-5A31-0DC6-99B7-B5C83200E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2D84A-485C-46A2-97F5-449495358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92169-4DAF-116A-13E2-6A2863E5F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BEEAD-DA3E-6163-F7DA-9E75382D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D004C-5418-2EBE-37D8-35B2A186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DD524-2728-4261-1A0D-ECC78ED2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31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67F3-ECAC-CA8E-3AAD-EA8BFDBB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A3F6E-AA6C-4206-6008-B265F3A7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3CC31-CA69-F1BE-4548-EDEED78C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D8E50-F6B8-20CA-F398-16566925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33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928F3-7A26-0168-C6B6-107F4259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D2C62-029E-62EA-3D95-1F4DE1699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3247D-3848-BA93-7FD3-D66E2817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154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41E4-C28D-5D3F-6931-5A0E8C699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3B73-DDCF-D0D4-05CC-988D679B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46332-9CE0-4CE7-4258-C3210F0F4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75459-2AA5-E460-8459-9F5AC86B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3A5AD-C953-15B5-7512-27EA3670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92DD7-72B1-8BF6-BCCE-DD390B0F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96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BFEE-B168-C832-ADBD-9B2733DA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1234A-D922-3E62-562E-4FA08FB35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1A510-D25F-1D2F-6DDC-165516E28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AF8F1-7511-99D7-AE36-24A0939F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18436-0944-E3EA-C8F5-8B1F0993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AFFC7-9E4C-6ABE-A12F-17BEC23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821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BD36-2F63-0014-5C28-5A59D964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5991D-8477-1FF8-1877-517738540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CB4D-34E1-10B5-6304-065C1DC7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3B00C-337B-7D01-8949-F1784CF0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4444-7DC7-9474-83C6-D35FC0AF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918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80B69-61DE-6432-2606-B32D47290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6387A-9DBF-81E4-9275-60375144D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6E0E-1722-8FC8-E90A-549F82EB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B21F9-2278-EF79-EAFA-BC2D4674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64C9-9EF2-0D93-D596-BCC4084D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4EAA8-961B-4D44-8B5F-F601C99E4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306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633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66166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87700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09233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30766" y="629777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52297" y="629777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2429D71F-35B4-4408-92EB-DE5205F0892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4633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F9B14860-7C9F-C659-1E0E-55D2DE85E42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566166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ADEB1AFA-76A2-E90A-25DA-E27CF90701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87700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122A11EC-A632-6B5E-755C-CCD52C20FAA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09233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FA1B608A-E405-BFE9-47CF-C861D24CF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30766" y="2709098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FD2FEF68-C467-A76D-058D-569675A6E90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52297" y="2709098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B393E0-7E1F-F03F-B1AA-8B4CDF1FB05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632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89F6481B-8D44-0BF5-F124-BCFB1A3E14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66165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9AEADC8F-2C98-725C-BD19-5A9917B329E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87699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2CAF76F3-18A3-B56C-48CD-F9555B9420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09232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A34CB57-920D-377F-88E2-777F1FDC524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330765" y="4827394"/>
            <a:ext cx="1295069" cy="1312014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0ACB899D-3982-07B1-4368-AC55A67330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252296" y="4827394"/>
            <a:ext cx="1295070" cy="1312014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790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8408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9751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1094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32436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53778" y="74407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75120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" name="Picture Placeholder 45">
            <a:extLst>
              <a:ext uri="{FF2B5EF4-FFF2-40B4-BE49-F238E27FC236}">
                <a16:creationId xmlns:a16="http://schemas.microsoft.com/office/drawing/2014/main" id="{19241F52-D451-E813-C7AF-89252A4DEBD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96466" y="74407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" name="Picture Placeholder 30">
            <a:extLst>
              <a:ext uri="{FF2B5EF4-FFF2-40B4-BE49-F238E27FC236}">
                <a16:creationId xmlns:a16="http://schemas.microsoft.com/office/drawing/2014/main" id="{0BD1CB45-D403-4C3C-47D2-D374C6DFDF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68408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D835D8CC-AD1F-AE91-36C3-048F6C8615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089751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36">
            <a:extLst>
              <a:ext uri="{FF2B5EF4-FFF2-40B4-BE49-F238E27FC236}">
                <a16:creationId xmlns:a16="http://schemas.microsoft.com/office/drawing/2014/main" id="{6002AD42-3F47-6B92-B566-0088FAA0D39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11094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019FE7C8-C524-3D3D-3471-9079324F6DE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532436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42">
            <a:extLst>
              <a:ext uri="{FF2B5EF4-FFF2-40B4-BE49-F238E27FC236}">
                <a16:creationId xmlns:a16="http://schemas.microsoft.com/office/drawing/2014/main" id="{3F13C7D2-5982-B594-1580-FE643326880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53778" y="2715752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45">
            <a:extLst>
              <a:ext uri="{FF2B5EF4-FFF2-40B4-BE49-F238E27FC236}">
                <a16:creationId xmlns:a16="http://schemas.microsoft.com/office/drawing/2014/main" id="{4314CE2F-D741-292D-C811-038E4BAD42E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75120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45">
            <a:extLst>
              <a:ext uri="{FF2B5EF4-FFF2-40B4-BE49-F238E27FC236}">
                <a16:creationId xmlns:a16="http://schemas.microsoft.com/office/drawing/2014/main" id="{BD60EFBF-8DCF-93FC-9761-D358920E836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696466" y="2715752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30">
            <a:extLst>
              <a:ext uri="{FF2B5EF4-FFF2-40B4-BE49-F238E27FC236}">
                <a16:creationId xmlns:a16="http://schemas.microsoft.com/office/drawing/2014/main" id="{20F85CB0-DCF6-2CE6-3355-6F292DF60BC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68408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88EC05B7-8A13-3B70-18B9-D24DA0192D8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89751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5" name="Picture Placeholder 36">
            <a:extLst>
              <a:ext uri="{FF2B5EF4-FFF2-40B4-BE49-F238E27FC236}">
                <a16:creationId xmlns:a16="http://schemas.microsoft.com/office/drawing/2014/main" id="{F35BEBB2-6DA5-2BEE-0C8C-E76D39C76BE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811094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39">
            <a:extLst>
              <a:ext uri="{FF2B5EF4-FFF2-40B4-BE49-F238E27FC236}">
                <a16:creationId xmlns:a16="http://schemas.microsoft.com/office/drawing/2014/main" id="{EFE910FF-BC8E-0B3A-A261-F104F835ED0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32436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42">
            <a:extLst>
              <a:ext uri="{FF2B5EF4-FFF2-40B4-BE49-F238E27FC236}">
                <a16:creationId xmlns:a16="http://schemas.microsoft.com/office/drawing/2014/main" id="{6B4835B0-C331-056C-43E4-5C23CF9F507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53778" y="4687427"/>
            <a:ext cx="1127125" cy="1141873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8" name="Picture Placeholder 45">
            <a:extLst>
              <a:ext uri="{FF2B5EF4-FFF2-40B4-BE49-F238E27FC236}">
                <a16:creationId xmlns:a16="http://schemas.microsoft.com/office/drawing/2014/main" id="{CFF6F783-C9D6-A2CB-0528-AC641D7E625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5120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45">
            <a:extLst>
              <a:ext uri="{FF2B5EF4-FFF2-40B4-BE49-F238E27FC236}">
                <a16:creationId xmlns:a16="http://schemas.microsoft.com/office/drawing/2014/main" id="{B4EDEB61-E4BF-D06D-A222-444F1855A90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696466" y="4687427"/>
            <a:ext cx="1127126" cy="1141873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0145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7C39-4B3B-0335-9692-5F0368EB2B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063" y="136525"/>
            <a:ext cx="10557175" cy="784390"/>
          </a:xfrm>
        </p:spPr>
        <p:txBody>
          <a:bodyPr anchor="t"/>
          <a:lstStyle>
            <a:lvl1pPr>
              <a:defRPr sz="2800" b="1">
                <a:solidFill>
                  <a:srgbClr val="036DAB"/>
                </a:solidFill>
              </a:defRPr>
            </a:lvl1pPr>
          </a:lstStyle>
          <a:p>
            <a:r>
              <a:rPr lang="en-US"/>
              <a:t>Heading Characters Count. – 48 Inner Page Text Sizes 28 Font Arial Bold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6D79-DF17-FCF3-8242-1B9F3313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84A0-291E-CCC5-10A4-A1754AB5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C744D-493A-469B-A14E-9DD12A5F4ED6}" type="slidenum">
              <a:rPr lang="en-IN" smtClean="0"/>
              <a:t>‹#›</a:t>
            </a:fld>
            <a:endParaRPr lang="en-IN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DD7EC-C3DE-21A3-51E9-8F707A027C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84214" y="1671990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10981809-33AA-3A3D-C2AA-844C08F5B4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62534" y="1671990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50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86D9319-A468-906B-8DB9-4E2039780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0854" y="1671990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4E94746-3256-D48F-B97C-0B406C163F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9173" y="1671990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82436DE-2FCF-A965-9E9A-0FEAB27717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11632" y="3873018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89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4 w 1295069"/>
              <a:gd name="connsiteY9" fmla="*/ 1234962 h 1312014"/>
              <a:gd name="connsiteX10" fmla="*/ 346364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89" y="1312014"/>
                </a:lnTo>
                <a:cubicBezTo>
                  <a:pt x="421370" y="1312014"/>
                  <a:pt x="420189" y="1312014"/>
                  <a:pt x="418969" y="1311935"/>
                </a:cubicBezTo>
                <a:cubicBezTo>
                  <a:pt x="389848" y="1310636"/>
                  <a:pt x="364860" y="1290606"/>
                  <a:pt x="355652" y="1262902"/>
                </a:cubicBezTo>
                <a:lnTo>
                  <a:pt x="346364" y="1234962"/>
                </a:lnTo>
                <a:lnTo>
                  <a:pt x="346364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93E8D26-42E8-7B00-0AB4-D5C1F60D1A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4145" y="3873018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5 w 1295070"/>
              <a:gd name="connsiteY9" fmla="*/ 1234962 h 1312014"/>
              <a:gd name="connsiteX10" fmla="*/ 346365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2429D71F-35B4-4408-92EB-DE5205F0892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6659" y="3873018"/>
            <a:ext cx="1314195" cy="1331389"/>
          </a:xfrm>
          <a:custGeom>
            <a:avLst/>
            <a:gdLst>
              <a:gd name="connsiteX0" fmla="*/ 77078 w 1295070"/>
              <a:gd name="connsiteY0" fmla="*/ 48 h 1312014"/>
              <a:gd name="connsiteX1" fmla="*/ 1217743 w 1295070"/>
              <a:gd name="connsiteY1" fmla="*/ 48 h 1312014"/>
              <a:gd name="connsiteX2" fmla="*/ 1295030 w 1295070"/>
              <a:gd name="connsiteY2" fmla="*/ 77218 h 1312014"/>
              <a:gd name="connsiteX3" fmla="*/ 1295070 w 1295070"/>
              <a:gd name="connsiteY3" fmla="*/ 77178 h 1312014"/>
              <a:gd name="connsiteX4" fmla="*/ 1295070 w 1295070"/>
              <a:gd name="connsiteY4" fmla="*/ 1239055 h 1312014"/>
              <a:gd name="connsiteX5" fmla="*/ 1222111 w 1295070"/>
              <a:gd name="connsiteY5" fmla="*/ 1312014 h 1312014"/>
              <a:gd name="connsiteX6" fmla="*/ 422590 w 1295070"/>
              <a:gd name="connsiteY6" fmla="*/ 1312014 h 1312014"/>
              <a:gd name="connsiteX7" fmla="*/ 418970 w 1295070"/>
              <a:gd name="connsiteY7" fmla="*/ 1311935 h 1312014"/>
              <a:gd name="connsiteX8" fmla="*/ 355653 w 1295070"/>
              <a:gd name="connsiteY8" fmla="*/ 1262902 h 1312014"/>
              <a:gd name="connsiteX9" fmla="*/ 346366 w 1295070"/>
              <a:gd name="connsiteY9" fmla="*/ 1234962 h 1312014"/>
              <a:gd name="connsiteX10" fmla="*/ 346366 w 1295070"/>
              <a:gd name="connsiteY10" fmla="*/ 1234490 h 1312014"/>
              <a:gd name="connsiteX11" fmla="*/ 3017 w 1295070"/>
              <a:gd name="connsiteY11" fmla="*/ 90204 h 1312014"/>
              <a:gd name="connsiteX12" fmla="*/ 3096 w 1295070"/>
              <a:gd name="connsiteY12" fmla="*/ 50379 h 1312014"/>
              <a:gd name="connsiteX13" fmla="*/ 77078 w 1295070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70" h="1312014">
                <a:moveTo>
                  <a:pt x="77078" y="48"/>
                </a:moveTo>
                <a:lnTo>
                  <a:pt x="1217743" y="48"/>
                </a:lnTo>
                <a:cubicBezTo>
                  <a:pt x="1259771" y="-1448"/>
                  <a:pt x="1295030" y="33930"/>
                  <a:pt x="1295030" y="77218"/>
                </a:cubicBezTo>
                <a:lnTo>
                  <a:pt x="1295070" y="77178"/>
                </a:lnTo>
                <a:lnTo>
                  <a:pt x="1295070" y="1239055"/>
                </a:lnTo>
                <a:cubicBezTo>
                  <a:pt x="1295070" y="1279351"/>
                  <a:pt x="1262407" y="1312014"/>
                  <a:pt x="1222111" y="1312014"/>
                </a:cubicBezTo>
                <a:lnTo>
                  <a:pt x="422590" y="1312014"/>
                </a:lnTo>
                <a:cubicBezTo>
                  <a:pt x="421371" y="1312014"/>
                  <a:pt x="420190" y="1312014"/>
                  <a:pt x="418970" y="1311935"/>
                </a:cubicBezTo>
                <a:cubicBezTo>
                  <a:pt x="389849" y="1310636"/>
                  <a:pt x="364861" y="1290606"/>
                  <a:pt x="355653" y="1262902"/>
                </a:cubicBezTo>
                <a:lnTo>
                  <a:pt x="346366" y="1234962"/>
                </a:lnTo>
                <a:lnTo>
                  <a:pt x="346366" y="1234490"/>
                </a:lnTo>
                <a:lnTo>
                  <a:pt x="3017" y="90204"/>
                </a:lnTo>
                <a:cubicBezTo>
                  <a:pt x="-879" y="77218"/>
                  <a:pt x="-1155" y="63248"/>
                  <a:pt x="3096" y="50379"/>
                </a:cubicBezTo>
                <a:cubicBezTo>
                  <a:pt x="13130" y="20000"/>
                  <a:pt x="42212" y="-1132"/>
                  <a:pt x="77078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39">
            <a:extLst>
              <a:ext uri="{FF2B5EF4-FFF2-40B4-BE49-F238E27FC236}">
                <a16:creationId xmlns:a16="http://schemas.microsoft.com/office/drawing/2014/main" id="{D23C0751-43DB-5F2F-E033-AD16A9559F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19173" y="3873018"/>
            <a:ext cx="1314194" cy="1331389"/>
          </a:xfrm>
          <a:custGeom>
            <a:avLst/>
            <a:gdLst>
              <a:gd name="connsiteX0" fmla="*/ 77077 w 1295069"/>
              <a:gd name="connsiteY0" fmla="*/ 48 h 1312014"/>
              <a:gd name="connsiteX1" fmla="*/ 1217742 w 1295069"/>
              <a:gd name="connsiteY1" fmla="*/ 48 h 1312014"/>
              <a:gd name="connsiteX2" fmla="*/ 1295029 w 1295069"/>
              <a:gd name="connsiteY2" fmla="*/ 77218 h 1312014"/>
              <a:gd name="connsiteX3" fmla="*/ 1295069 w 1295069"/>
              <a:gd name="connsiteY3" fmla="*/ 77178 h 1312014"/>
              <a:gd name="connsiteX4" fmla="*/ 1295069 w 1295069"/>
              <a:gd name="connsiteY4" fmla="*/ 1239055 h 1312014"/>
              <a:gd name="connsiteX5" fmla="*/ 1222110 w 1295069"/>
              <a:gd name="connsiteY5" fmla="*/ 1312014 h 1312014"/>
              <a:gd name="connsiteX6" fmla="*/ 422590 w 1295069"/>
              <a:gd name="connsiteY6" fmla="*/ 1312014 h 1312014"/>
              <a:gd name="connsiteX7" fmla="*/ 418969 w 1295069"/>
              <a:gd name="connsiteY7" fmla="*/ 1311935 h 1312014"/>
              <a:gd name="connsiteX8" fmla="*/ 355652 w 1295069"/>
              <a:gd name="connsiteY8" fmla="*/ 1262902 h 1312014"/>
              <a:gd name="connsiteX9" fmla="*/ 346365 w 1295069"/>
              <a:gd name="connsiteY9" fmla="*/ 1234962 h 1312014"/>
              <a:gd name="connsiteX10" fmla="*/ 346365 w 1295069"/>
              <a:gd name="connsiteY10" fmla="*/ 1234490 h 1312014"/>
              <a:gd name="connsiteX11" fmla="*/ 3016 w 1295069"/>
              <a:gd name="connsiteY11" fmla="*/ 90204 h 1312014"/>
              <a:gd name="connsiteX12" fmla="*/ 3095 w 1295069"/>
              <a:gd name="connsiteY12" fmla="*/ 50379 h 1312014"/>
              <a:gd name="connsiteX13" fmla="*/ 77077 w 1295069"/>
              <a:gd name="connsiteY13" fmla="*/ 48 h 13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5069" h="1312014">
                <a:moveTo>
                  <a:pt x="77077" y="48"/>
                </a:moveTo>
                <a:lnTo>
                  <a:pt x="1217742" y="48"/>
                </a:lnTo>
                <a:cubicBezTo>
                  <a:pt x="1259770" y="-1448"/>
                  <a:pt x="1295029" y="33930"/>
                  <a:pt x="1295029" y="77218"/>
                </a:cubicBezTo>
                <a:lnTo>
                  <a:pt x="1295069" y="77178"/>
                </a:lnTo>
                <a:lnTo>
                  <a:pt x="1295069" y="1239055"/>
                </a:lnTo>
                <a:cubicBezTo>
                  <a:pt x="1295069" y="1279351"/>
                  <a:pt x="1262406" y="1312014"/>
                  <a:pt x="1222110" y="1312014"/>
                </a:cubicBezTo>
                <a:lnTo>
                  <a:pt x="422590" y="1312014"/>
                </a:lnTo>
                <a:cubicBezTo>
                  <a:pt x="421370" y="1312014"/>
                  <a:pt x="420190" y="1312014"/>
                  <a:pt x="418969" y="1311935"/>
                </a:cubicBezTo>
                <a:cubicBezTo>
                  <a:pt x="389849" y="1310636"/>
                  <a:pt x="364860" y="1290606"/>
                  <a:pt x="355652" y="1262902"/>
                </a:cubicBezTo>
                <a:lnTo>
                  <a:pt x="346365" y="1234962"/>
                </a:lnTo>
                <a:lnTo>
                  <a:pt x="346365" y="1234490"/>
                </a:lnTo>
                <a:lnTo>
                  <a:pt x="3016" y="90204"/>
                </a:lnTo>
                <a:cubicBezTo>
                  <a:pt x="-880" y="77218"/>
                  <a:pt x="-1155" y="63248"/>
                  <a:pt x="3095" y="50379"/>
                </a:cubicBezTo>
                <a:cubicBezTo>
                  <a:pt x="13129" y="20000"/>
                  <a:pt x="42211" y="-1132"/>
                  <a:pt x="77077" y="48"/>
                </a:cubicBezTo>
                <a:close/>
              </a:path>
            </a:pathLst>
          </a:custGeom>
          <a:pattFill prst="pct2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62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F246-D521-2967-7005-0CAFE294B5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36DAC">
                  <a:shade val="30000"/>
                  <a:satMod val="115000"/>
                </a:srgbClr>
              </a:gs>
              <a:gs pos="50000">
                <a:srgbClr val="036DAC">
                  <a:shade val="67500"/>
                  <a:satMod val="115000"/>
                </a:srgbClr>
              </a:gs>
              <a:gs pos="100000">
                <a:srgbClr val="036DAC">
                  <a:shade val="100000"/>
                  <a:satMod val="115000"/>
                </a:srgbClr>
              </a:gs>
            </a:gsLst>
            <a:lin ang="5400000" scaled="1"/>
            <a:tileRect/>
          </a:gradFill>
          <a:ln w="82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AD1C-FB45-F3E7-3DCA-9A2624A5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28910A0-4E79-604C-5707-B1D3353A2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29300" y="716692"/>
            <a:ext cx="6243638" cy="5436973"/>
          </a:xfrm>
        </p:spPr>
        <p:txBody>
          <a:bodyPr>
            <a:normAutofit/>
          </a:bodyPr>
          <a:lstStyle>
            <a:lvl1pPr>
              <a:defRPr lang="en-IN" sz="4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Cover Content Characters Count. 68 Font name: Arial Bold</a:t>
            </a:r>
            <a:r>
              <a:rPr lang="en-IN" sz="4400" b="1">
                <a:solidFill>
                  <a:srgbClr val="036D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/>
              <a:t>Text Size - 48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EDF9B8-4B1E-1C39-DDD8-DD27BB697DF7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95FE6A-9505-0F55-EAAD-E0B8337FEEA9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06AEF8-E3E8-C408-B6E1-BF15E4640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8280" y="1077809"/>
            <a:ext cx="2672952" cy="2289240"/>
          </a:xfrm>
          <a:custGeom>
            <a:avLst/>
            <a:gdLst>
              <a:gd name="connsiteX0" fmla="*/ 2283968 w 2672952"/>
              <a:gd name="connsiteY0" fmla="*/ 169449 h 2289240"/>
              <a:gd name="connsiteX1" fmla="*/ 2583029 w 2672952"/>
              <a:gd name="connsiteY1" fmla="*/ 468510 h 2289240"/>
              <a:gd name="connsiteX2" fmla="*/ 2283968 w 2672952"/>
              <a:gd name="connsiteY2" fmla="*/ 767571 h 2289240"/>
              <a:gd name="connsiteX3" fmla="*/ 1984906 w 2672952"/>
              <a:gd name="connsiteY3" fmla="*/ 468510 h 2289240"/>
              <a:gd name="connsiteX4" fmla="*/ 2283968 w 2672952"/>
              <a:gd name="connsiteY4" fmla="*/ 169449 h 2289240"/>
              <a:gd name="connsiteX5" fmla="*/ 136057 w 2672952"/>
              <a:gd name="connsiteY5" fmla="*/ 0 h 2289240"/>
              <a:gd name="connsiteX6" fmla="*/ 1615400 w 2672952"/>
              <a:gd name="connsiteY6" fmla="*/ 0 h 2289240"/>
              <a:gd name="connsiteX7" fmla="*/ 2167243 w 2672952"/>
              <a:gd name="connsiteY7" fmla="*/ 155096 h 2289240"/>
              <a:gd name="connsiteX8" fmla="*/ 1950782 w 2672952"/>
              <a:gd name="connsiteY8" fmla="*/ 495604 h 2289240"/>
              <a:gd name="connsiteX9" fmla="*/ 2269029 w 2672952"/>
              <a:gd name="connsiteY9" fmla="*/ 802574 h 2289240"/>
              <a:gd name="connsiteX10" fmla="*/ 2580246 w 2672952"/>
              <a:gd name="connsiteY10" fmla="*/ 623752 h 2289240"/>
              <a:gd name="connsiteX11" fmla="*/ 2672952 w 2672952"/>
              <a:gd name="connsiteY11" fmla="*/ 1057406 h 2289240"/>
              <a:gd name="connsiteX12" fmla="*/ 2672952 w 2672952"/>
              <a:gd name="connsiteY12" fmla="*/ 1231688 h 2289240"/>
              <a:gd name="connsiteX13" fmla="*/ 1615400 w 2672952"/>
              <a:gd name="connsiteY13" fmla="*/ 2289240 h 2289240"/>
              <a:gd name="connsiteX14" fmla="*/ 136057 w 2672952"/>
              <a:gd name="connsiteY14" fmla="*/ 2289240 h 2289240"/>
              <a:gd name="connsiteX15" fmla="*/ 0 w 2672952"/>
              <a:gd name="connsiteY15" fmla="*/ 2153183 h 2289240"/>
              <a:gd name="connsiteX16" fmla="*/ 0 w 2672952"/>
              <a:gd name="connsiteY16" fmla="*/ 136057 h 2289240"/>
              <a:gd name="connsiteX17" fmla="*/ 136057 w 2672952"/>
              <a:gd name="connsiteY17" fmla="*/ 0 h 228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72952" h="2289240">
                <a:moveTo>
                  <a:pt x="2283968" y="169449"/>
                </a:moveTo>
                <a:cubicBezTo>
                  <a:pt x="2449169" y="169449"/>
                  <a:pt x="2583029" y="303309"/>
                  <a:pt x="2583029" y="468510"/>
                </a:cubicBezTo>
                <a:cubicBezTo>
                  <a:pt x="2583029" y="633711"/>
                  <a:pt x="2449169" y="767571"/>
                  <a:pt x="2283968" y="767571"/>
                </a:cubicBezTo>
                <a:cubicBezTo>
                  <a:pt x="2118766" y="767571"/>
                  <a:pt x="1984906" y="633711"/>
                  <a:pt x="1984906" y="468510"/>
                </a:cubicBezTo>
                <a:cubicBezTo>
                  <a:pt x="1984906" y="303309"/>
                  <a:pt x="2118766" y="169449"/>
                  <a:pt x="2283968" y="169449"/>
                </a:cubicBezTo>
                <a:close/>
                <a:moveTo>
                  <a:pt x="136057" y="0"/>
                </a:moveTo>
                <a:lnTo>
                  <a:pt x="1615400" y="0"/>
                </a:lnTo>
                <a:cubicBezTo>
                  <a:pt x="1817655" y="0"/>
                  <a:pt x="2006582" y="56678"/>
                  <a:pt x="2167243" y="155096"/>
                </a:cubicBezTo>
                <a:cubicBezTo>
                  <a:pt x="2032358" y="205477"/>
                  <a:pt x="1938626" y="340362"/>
                  <a:pt x="1950782" y="495604"/>
                </a:cubicBezTo>
                <a:cubicBezTo>
                  <a:pt x="1963963" y="662417"/>
                  <a:pt x="2101924" y="795251"/>
                  <a:pt x="2269029" y="802574"/>
                </a:cubicBezTo>
                <a:cubicBezTo>
                  <a:pt x="2403914" y="808579"/>
                  <a:pt x="2522104" y="734326"/>
                  <a:pt x="2580246" y="623752"/>
                </a:cubicBezTo>
                <a:cubicBezTo>
                  <a:pt x="2639854" y="756148"/>
                  <a:pt x="2672952" y="902896"/>
                  <a:pt x="2672952" y="1057406"/>
                </a:cubicBezTo>
                <a:lnTo>
                  <a:pt x="2672952" y="1231688"/>
                </a:lnTo>
                <a:cubicBezTo>
                  <a:pt x="2672952" y="1815751"/>
                  <a:pt x="2199463" y="2289240"/>
                  <a:pt x="1615400" y="2289240"/>
                </a:cubicBezTo>
                <a:lnTo>
                  <a:pt x="136057" y="2289240"/>
                </a:lnTo>
                <a:cubicBezTo>
                  <a:pt x="60925" y="2289240"/>
                  <a:pt x="0" y="2228315"/>
                  <a:pt x="0" y="2153183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solidFill>
            <a:srgbClr val="FBA919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9AE1BFD-F614-03FE-EE69-9FFF181AC9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" y="3472938"/>
            <a:ext cx="2672952" cy="2289533"/>
          </a:xfrm>
          <a:custGeom>
            <a:avLst/>
            <a:gdLst>
              <a:gd name="connsiteX0" fmla="*/ 136057 w 2672952"/>
              <a:gd name="connsiteY0" fmla="*/ 0 h 2289533"/>
              <a:gd name="connsiteX1" fmla="*/ 1615400 w 2672952"/>
              <a:gd name="connsiteY1" fmla="*/ 0 h 2289533"/>
              <a:gd name="connsiteX2" fmla="*/ 2672952 w 2672952"/>
              <a:gd name="connsiteY2" fmla="*/ 1057553 h 2289533"/>
              <a:gd name="connsiteX3" fmla="*/ 2672952 w 2672952"/>
              <a:gd name="connsiteY3" fmla="*/ 1057699 h 2289533"/>
              <a:gd name="connsiteX4" fmla="*/ 2672952 w 2672952"/>
              <a:gd name="connsiteY4" fmla="*/ 1231980 h 2289533"/>
              <a:gd name="connsiteX5" fmla="*/ 1615400 w 2672952"/>
              <a:gd name="connsiteY5" fmla="*/ 2289533 h 2289533"/>
              <a:gd name="connsiteX6" fmla="*/ 136057 w 2672952"/>
              <a:gd name="connsiteY6" fmla="*/ 2289533 h 2289533"/>
              <a:gd name="connsiteX7" fmla="*/ 0 w 2672952"/>
              <a:gd name="connsiteY7" fmla="*/ 2153476 h 2289533"/>
              <a:gd name="connsiteX8" fmla="*/ 0 w 2672952"/>
              <a:gd name="connsiteY8" fmla="*/ 136057 h 2289533"/>
              <a:gd name="connsiteX9" fmla="*/ 136057 w 2672952"/>
              <a:gd name="connsiteY9" fmla="*/ 0 h 228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72952" h="2289533">
                <a:moveTo>
                  <a:pt x="136057" y="0"/>
                </a:moveTo>
                <a:lnTo>
                  <a:pt x="1615400" y="0"/>
                </a:lnTo>
                <a:cubicBezTo>
                  <a:pt x="2199463" y="0"/>
                  <a:pt x="2672952" y="473489"/>
                  <a:pt x="2672952" y="1057553"/>
                </a:cubicBezTo>
                <a:lnTo>
                  <a:pt x="2672952" y="1057699"/>
                </a:lnTo>
                <a:lnTo>
                  <a:pt x="2672952" y="1231980"/>
                </a:lnTo>
                <a:cubicBezTo>
                  <a:pt x="2672952" y="1816044"/>
                  <a:pt x="2199463" y="2289533"/>
                  <a:pt x="1615400" y="2289533"/>
                </a:cubicBezTo>
                <a:lnTo>
                  <a:pt x="136057" y="2289533"/>
                </a:lnTo>
                <a:cubicBezTo>
                  <a:pt x="60925" y="2289533"/>
                  <a:pt x="0" y="2228608"/>
                  <a:pt x="0" y="2153476"/>
                </a:cubicBezTo>
                <a:lnTo>
                  <a:pt x="0" y="136057"/>
                </a:lnTo>
                <a:cubicBezTo>
                  <a:pt x="0" y="60925"/>
                  <a:pt x="60925" y="0"/>
                  <a:pt x="136057" y="0"/>
                </a:cubicBezTo>
                <a:close/>
              </a:path>
            </a:pathLst>
          </a:custGeom>
          <a:gradFill flip="none" rotWithShape="1">
            <a:gsLst>
              <a:gs pos="0">
                <a:srgbClr val="FDCE7A">
                  <a:tint val="66000"/>
                  <a:satMod val="160000"/>
                </a:srgbClr>
              </a:gs>
              <a:gs pos="100000">
                <a:srgbClr val="FDCE7A">
                  <a:tint val="44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2B0C0DB-8A4B-B096-EB2A-145F358DE1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11198" y="1071073"/>
            <a:ext cx="2366654" cy="2287629"/>
          </a:xfrm>
          <a:custGeom>
            <a:avLst/>
            <a:gdLst>
              <a:gd name="connsiteX0" fmla="*/ 1181453 w 2366654"/>
              <a:gd name="connsiteY0" fmla="*/ 0 h 2287629"/>
              <a:gd name="connsiteX1" fmla="*/ 1955761 w 2366654"/>
              <a:gd name="connsiteY1" fmla="*/ 0 h 2287629"/>
              <a:gd name="connsiteX2" fmla="*/ 1978462 w 2366654"/>
              <a:gd name="connsiteY2" fmla="*/ 22408 h 2287629"/>
              <a:gd name="connsiteX3" fmla="*/ 1804327 w 2366654"/>
              <a:gd name="connsiteY3" fmla="*/ 482863 h 2287629"/>
              <a:gd name="connsiteX4" fmla="*/ 1804180 w 2366654"/>
              <a:gd name="connsiteY4" fmla="*/ 482716 h 2287629"/>
              <a:gd name="connsiteX5" fmla="*/ 2364957 w 2366654"/>
              <a:gd name="connsiteY5" fmla="*/ 2240910 h 2287629"/>
              <a:gd name="connsiteX6" fmla="*/ 2330687 w 2366654"/>
              <a:gd name="connsiteY6" fmla="*/ 2287629 h 2287629"/>
              <a:gd name="connsiteX7" fmla="*/ 35881 w 2366654"/>
              <a:gd name="connsiteY7" fmla="*/ 2287629 h 2287629"/>
              <a:gd name="connsiteX8" fmla="*/ 1757 w 2366654"/>
              <a:gd name="connsiteY8" fmla="*/ 2240764 h 2287629"/>
              <a:gd name="connsiteX9" fmla="*/ 573078 w 2366654"/>
              <a:gd name="connsiteY9" fmla="*/ 482716 h 2287629"/>
              <a:gd name="connsiteX10" fmla="*/ 1181453 w 2366654"/>
              <a:gd name="connsiteY10" fmla="*/ 0 h 228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6654" h="2287629">
                <a:moveTo>
                  <a:pt x="1181453" y="0"/>
                </a:moveTo>
                <a:lnTo>
                  <a:pt x="1955761" y="0"/>
                </a:lnTo>
                <a:cubicBezTo>
                  <a:pt x="1968210" y="0"/>
                  <a:pt x="1978462" y="10105"/>
                  <a:pt x="1978462" y="22408"/>
                </a:cubicBezTo>
                <a:cubicBezTo>
                  <a:pt x="1980366" y="245166"/>
                  <a:pt x="2008925" y="395575"/>
                  <a:pt x="1804327" y="482863"/>
                </a:cubicBezTo>
                <a:lnTo>
                  <a:pt x="1804180" y="482716"/>
                </a:lnTo>
                <a:lnTo>
                  <a:pt x="2364957" y="2240910"/>
                </a:lnTo>
                <a:cubicBezTo>
                  <a:pt x="2372280" y="2264050"/>
                  <a:pt x="2354998" y="2287629"/>
                  <a:pt x="2330687" y="2287629"/>
                </a:cubicBezTo>
                <a:lnTo>
                  <a:pt x="35881" y="2287629"/>
                </a:lnTo>
                <a:cubicBezTo>
                  <a:pt x="11569" y="2287629"/>
                  <a:pt x="-5712" y="2263903"/>
                  <a:pt x="1757" y="2240764"/>
                </a:cubicBezTo>
                <a:lnTo>
                  <a:pt x="573078" y="482716"/>
                </a:lnTo>
                <a:cubicBezTo>
                  <a:pt x="667395" y="192588"/>
                  <a:pt x="910072" y="0"/>
                  <a:pt x="1181453" y="0"/>
                </a:cubicBezTo>
                <a:close/>
              </a:path>
            </a:pathLst>
          </a:custGeom>
          <a:solidFill>
            <a:srgbClr val="3BABE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E62020-F726-BEA8-AD5C-3655228504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27149" y="3469861"/>
            <a:ext cx="3039611" cy="2317946"/>
          </a:xfrm>
          <a:custGeom>
            <a:avLst/>
            <a:gdLst>
              <a:gd name="connsiteX0" fmla="*/ 96058 w 3039611"/>
              <a:gd name="connsiteY0" fmla="*/ 0 h 2317946"/>
              <a:gd name="connsiteX1" fmla="*/ 2372556 w 3039611"/>
              <a:gd name="connsiteY1" fmla="*/ 0 h 2317946"/>
              <a:gd name="connsiteX2" fmla="*/ 2449592 w 3039611"/>
              <a:gd name="connsiteY2" fmla="*/ 58143 h 2317946"/>
              <a:gd name="connsiteX3" fmla="*/ 3022817 w 3039611"/>
              <a:gd name="connsiteY3" fmla="*/ 1883267 h 2317946"/>
              <a:gd name="connsiteX4" fmla="*/ 2777651 w 3039611"/>
              <a:gd name="connsiteY4" fmla="*/ 2304325 h 2317946"/>
              <a:gd name="connsiteX5" fmla="*/ 81705 w 3039611"/>
              <a:gd name="connsiteY5" fmla="*/ 2317945 h 2317946"/>
              <a:gd name="connsiteX6" fmla="*/ 23855 w 3039611"/>
              <a:gd name="connsiteY6" fmla="*/ 2174420 h 2317946"/>
              <a:gd name="connsiteX7" fmla="*/ 407915 w 3039611"/>
              <a:gd name="connsiteY7" fmla="*/ 1301838 h 2317946"/>
              <a:gd name="connsiteX8" fmla="*/ 414887 w 3039611"/>
              <a:gd name="connsiteY8" fmla="*/ 1151210 h 2317946"/>
              <a:gd name="connsiteX9" fmla="*/ 414890 w 3039611"/>
              <a:gd name="connsiteY9" fmla="*/ 1151284 h 2317946"/>
              <a:gd name="connsiteX10" fmla="*/ 414890 w 3039611"/>
              <a:gd name="connsiteY10" fmla="*/ 1151137 h 2317946"/>
              <a:gd name="connsiteX11" fmla="*/ 414887 w 3039611"/>
              <a:gd name="connsiteY11" fmla="*/ 1151210 h 2317946"/>
              <a:gd name="connsiteX12" fmla="*/ 408183 w 3039611"/>
              <a:gd name="connsiteY12" fmla="*/ 1003562 h 2317946"/>
              <a:gd name="connsiteX13" fmla="*/ 38061 w 3039611"/>
              <a:gd name="connsiteY13" fmla="*/ 143087 h 2317946"/>
              <a:gd name="connsiteX14" fmla="*/ 18876 w 3039611"/>
              <a:gd name="connsiteY14" fmla="*/ 58289 h 2317946"/>
              <a:gd name="connsiteX15" fmla="*/ 96058 w 3039611"/>
              <a:gd name="connsiteY15" fmla="*/ 0 h 231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39611" h="2317946">
                <a:moveTo>
                  <a:pt x="96058" y="0"/>
                </a:moveTo>
                <a:lnTo>
                  <a:pt x="2372556" y="0"/>
                </a:lnTo>
                <a:cubicBezTo>
                  <a:pt x="2407559" y="0"/>
                  <a:pt x="2438608" y="23579"/>
                  <a:pt x="2449592" y="58143"/>
                </a:cubicBezTo>
                <a:lnTo>
                  <a:pt x="3022817" y="1883267"/>
                </a:lnTo>
                <a:cubicBezTo>
                  <a:pt x="3086671" y="2086693"/>
                  <a:pt x="2960573" y="2303447"/>
                  <a:pt x="2777651" y="2304325"/>
                </a:cubicBezTo>
                <a:lnTo>
                  <a:pt x="81705" y="2317945"/>
                </a:lnTo>
                <a:cubicBezTo>
                  <a:pt x="9210" y="2318385"/>
                  <a:pt x="-27258" y="2227729"/>
                  <a:pt x="23855" y="2174420"/>
                </a:cubicBezTo>
                <a:cubicBezTo>
                  <a:pt x="233506" y="1955799"/>
                  <a:pt x="375654" y="1648259"/>
                  <a:pt x="407915" y="1301838"/>
                </a:cubicBezTo>
                <a:lnTo>
                  <a:pt x="414887" y="1151210"/>
                </a:lnTo>
                <a:lnTo>
                  <a:pt x="414890" y="1151284"/>
                </a:lnTo>
                <a:lnTo>
                  <a:pt x="414890" y="1151137"/>
                </a:lnTo>
                <a:lnTo>
                  <a:pt x="414887" y="1151210"/>
                </a:lnTo>
                <a:lnTo>
                  <a:pt x="408183" y="1003562"/>
                </a:lnTo>
                <a:cubicBezTo>
                  <a:pt x="377157" y="663849"/>
                  <a:pt x="240408" y="361195"/>
                  <a:pt x="38061" y="143087"/>
                </a:cubicBezTo>
                <a:cubicBezTo>
                  <a:pt x="17118" y="120533"/>
                  <a:pt x="9649" y="88020"/>
                  <a:pt x="18876" y="58289"/>
                </a:cubicBezTo>
                <a:cubicBezTo>
                  <a:pt x="29713" y="23579"/>
                  <a:pt x="60908" y="0"/>
                  <a:pt x="96058" y="0"/>
                </a:cubicBezTo>
                <a:close/>
              </a:path>
            </a:pathLst>
          </a:custGeom>
          <a:solidFill>
            <a:srgbClr val="BDE5F1"/>
          </a:solidFill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6AC9FA-A3B2-2C0A-1CC7-DEFA4C97B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" b="22327"/>
          <a:stretch>
            <a:fillRect/>
          </a:stretch>
        </p:blipFill>
        <p:spPr>
          <a:xfrm>
            <a:off x="10633374" y="107047"/>
            <a:ext cx="1439564" cy="43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3AC216-BE27-CF2E-6C78-FCF7AD0FDCF5}"/>
              </a:ext>
            </a:extLst>
          </p:cNvPr>
          <p:cNvSpPr/>
          <p:nvPr userDrawn="1"/>
        </p:nvSpPr>
        <p:spPr>
          <a:xfrm>
            <a:off x="11623040" y="6812280"/>
            <a:ext cx="568960" cy="45719"/>
          </a:xfrm>
          <a:prstGeom prst="rect">
            <a:avLst/>
          </a:prstGeom>
          <a:solidFill>
            <a:srgbClr val="FBA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802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1865F-C0AC-C55E-3B87-56A7C7CB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B69A9-89D0-6B84-6DDD-EA481A6F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AAFB4-C008-F1C0-6111-F33687D20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47310"/>
            <a:ext cx="8153400" cy="310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2026 Borderless Access | Confidential material. Not to be shared further.</a:t>
            </a:r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0004835-1A4A-8D07-B729-4379A3723FC1}"/>
              </a:ext>
            </a:extLst>
          </p:cNvPr>
          <p:cNvSpPr/>
          <p:nvPr userDrawn="1"/>
        </p:nvSpPr>
        <p:spPr>
          <a:xfrm>
            <a:off x="11380796" y="6547310"/>
            <a:ext cx="811205" cy="310691"/>
          </a:xfrm>
          <a:custGeom>
            <a:avLst/>
            <a:gdLst>
              <a:gd name="connsiteX0" fmla="*/ 48295 w 811205"/>
              <a:gd name="connsiteY0" fmla="*/ 30 h 310691"/>
              <a:gd name="connsiteX1" fmla="*/ 762770 w 811205"/>
              <a:gd name="connsiteY1" fmla="*/ 30 h 310691"/>
              <a:gd name="connsiteX2" fmla="*/ 811156 w 811205"/>
              <a:gd name="connsiteY2" fmla="*/ 48367 h 310691"/>
              <a:gd name="connsiteX3" fmla="*/ 811205 w 811205"/>
              <a:gd name="connsiteY3" fmla="*/ 48367 h 310691"/>
              <a:gd name="connsiteX4" fmla="*/ 811205 w 811205"/>
              <a:gd name="connsiteY4" fmla="*/ 310691 h 310691"/>
              <a:gd name="connsiteX5" fmla="*/ 78131 w 811205"/>
              <a:gd name="connsiteY5" fmla="*/ 310691 h 310691"/>
              <a:gd name="connsiteX6" fmla="*/ 1886 w 811205"/>
              <a:gd name="connsiteY6" fmla="*/ 56472 h 310691"/>
              <a:gd name="connsiteX7" fmla="*/ 1935 w 811205"/>
              <a:gd name="connsiteY7" fmla="*/ 31513 h 310691"/>
              <a:gd name="connsiteX8" fmla="*/ 48295 w 811205"/>
              <a:gd name="connsiteY8" fmla="*/ 30 h 31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205" h="310691">
                <a:moveTo>
                  <a:pt x="48295" y="30"/>
                </a:moveTo>
                <a:lnTo>
                  <a:pt x="762770" y="30"/>
                </a:lnTo>
                <a:cubicBezTo>
                  <a:pt x="789113" y="-909"/>
                  <a:pt x="811156" y="21233"/>
                  <a:pt x="811156" y="48367"/>
                </a:cubicBezTo>
                <a:lnTo>
                  <a:pt x="811205" y="48367"/>
                </a:lnTo>
                <a:lnTo>
                  <a:pt x="811205" y="310691"/>
                </a:lnTo>
                <a:lnTo>
                  <a:pt x="78131" y="310691"/>
                </a:lnTo>
                <a:lnTo>
                  <a:pt x="1886" y="56472"/>
                </a:lnTo>
                <a:cubicBezTo>
                  <a:pt x="-536" y="48317"/>
                  <a:pt x="-734" y="39569"/>
                  <a:pt x="1935" y="31513"/>
                </a:cubicBezTo>
                <a:cubicBezTo>
                  <a:pt x="8261" y="12534"/>
                  <a:pt x="26449" y="-712"/>
                  <a:pt x="48295" y="30"/>
                </a:cubicBezTo>
                <a:close/>
              </a:path>
            </a:pathLst>
          </a:custGeom>
          <a:solidFill>
            <a:srgbClr val="F2B9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5395-F751-AED8-135E-06EFD224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47309"/>
            <a:ext cx="2743200" cy="310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D4EAA8-961B-4D44-8B5F-F601C99E4A1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E592A-D6D4-A5E0-41B2-44EF4C455B88}"/>
              </a:ext>
            </a:extLst>
          </p:cNvPr>
          <p:cNvSpPr/>
          <p:nvPr userDrawn="1"/>
        </p:nvSpPr>
        <p:spPr>
          <a:xfrm>
            <a:off x="0" y="6812281"/>
            <a:ext cx="3860800" cy="45719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72898-7FE7-25D5-ADE8-3845C676A308}"/>
              </a:ext>
            </a:extLst>
          </p:cNvPr>
          <p:cNvSpPr/>
          <p:nvPr userDrawn="1"/>
        </p:nvSpPr>
        <p:spPr>
          <a:xfrm>
            <a:off x="0" y="0"/>
            <a:ext cx="568960" cy="45719"/>
          </a:xfrm>
          <a:prstGeom prst="rect">
            <a:avLst/>
          </a:prstGeom>
          <a:solidFill>
            <a:srgbClr val="008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6DD126-F801-4D8F-3AF5-A74E54D159BF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9736" y="90254"/>
            <a:ext cx="1368302" cy="43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8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701" r:id="rId3"/>
    <p:sldLayoutId id="2147483650" r:id="rId4"/>
    <p:sldLayoutId id="2147483700" r:id="rId5"/>
    <p:sldLayoutId id="2147483663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66" r:id="rId12"/>
    <p:sldLayoutId id="2147483667" r:id="rId13"/>
    <p:sldLayoutId id="2147483676" r:id="rId14"/>
    <p:sldLayoutId id="2147483677" r:id="rId15"/>
    <p:sldLayoutId id="2147483678" r:id="rId16"/>
    <p:sldLayoutId id="2147483668" r:id="rId17"/>
    <p:sldLayoutId id="2147483679" r:id="rId18"/>
    <p:sldLayoutId id="2147483680" r:id="rId19"/>
    <p:sldLayoutId id="2147483681" r:id="rId20"/>
    <p:sldLayoutId id="2147483669" r:id="rId21"/>
    <p:sldLayoutId id="2147483703" r:id="rId22"/>
    <p:sldLayoutId id="2147483684" r:id="rId23"/>
    <p:sldLayoutId id="2147483687" r:id="rId24"/>
    <p:sldLayoutId id="2147483688" r:id="rId25"/>
    <p:sldLayoutId id="2147483689" r:id="rId26"/>
    <p:sldLayoutId id="2147483686" r:id="rId27"/>
    <p:sldLayoutId id="2147483670" r:id="rId28"/>
    <p:sldLayoutId id="2147483699" r:id="rId29"/>
    <p:sldLayoutId id="2147483702" r:id="rId30"/>
    <p:sldLayoutId id="2147483698" r:id="rId31"/>
    <p:sldLayoutId id="2147483682" r:id="rId32"/>
    <p:sldLayoutId id="2147483683" r:id="rId33"/>
    <p:sldLayoutId id="2147483694" r:id="rId34"/>
    <p:sldLayoutId id="2147483671" r:id="rId35"/>
    <p:sldLayoutId id="2147483690" r:id="rId36"/>
    <p:sldLayoutId id="2147483691" r:id="rId37"/>
    <p:sldLayoutId id="2147483672" r:id="rId38"/>
    <p:sldLayoutId id="2147483692" r:id="rId39"/>
    <p:sldLayoutId id="2147483693" r:id="rId40"/>
    <p:sldLayoutId id="2147483673" r:id="rId41"/>
    <p:sldLayoutId id="2147483674" r:id="rId42"/>
    <p:sldLayoutId id="2147483675" r:id="rId43"/>
    <p:sldLayoutId id="2147483651" r:id="rId44"/>
    <p:sldLayoutId id="2147483652" r:id="rId45"/>
    <p:sldLayoutId id="2147483653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  <p:sldLayoutId id="2147483696" r:id="rId53"/>
    <p:sldLayoutId id="2147483704" r:id="rId54"/>
    <p:sldLayoutId id="2147483697" r:id="rId55"/>
    <p:sldLayoutId id="2147483705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 userDrawn="1">
          <p15:clr>
            <a:srgbClr val="F26B43"/>
          </p15:clr>
        </p15:guide>
        <p15:guide id="2" pos="75" userDrawn="1">
          <p15:clr>
            <a:srgbClr val="F26B43"/>
          </p15:clr>
        </p15:guide>
        <p15:guide id="3" orient="horz" pos="3861" userDrawn="1">
          <p15:clr>
            <a:srgbClr val="F26B43"/>
          </p15:clr>
        </p15:guide>
        <p15:guide id="4" pos="7605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pos="29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7955279" cy="508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657600" cy="5943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4173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✓  POC Built — Phase 1 is 80%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0B8D0"/>
                </a:solidFill>
                <a:latin typeface="Arial"/>
              </a:rPr>
              <a:t>What if your leadership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could get data answers
instantly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EAE"/>
                </a:solidFill>
                <a:latin typeface="Arial"/>
              </a:rPr>
              <a:t>instead of waiting 1–3 days?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7223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8D0"/>
                </a:solidFill>
                <a:latin typeface="Arial"/>
              </a:rPr>
              <a:t>PanelIQ is an AI-powered analytics assistant that gives BA leadership instant, self-service access to panel performance data — in plain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63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90"/>
                </a:solidFill>
                <a:latin typeface="Arial"/>
              </a:rPr>
              <a:t>PanelIQ  |  Borderless Access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The Challenge — How It Works Today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1069848"/>
            <a:ext cx="5486400" cy="53492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Arial"/>
              </a:rPr>
              <a:t>😟 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Arial"/>
              </a:rPr>
              <a:t>✗  Static dashboards only
</a:t>
            </a:r>
            <a:r>
              <a:rPr sz="1050" b="0">
                <a:solidFill>
                  <a:srgbClr val="2D3748"/>
                </a:solidFill>
                <a:latin typeface="Arial"/>
              </a:rPr>
              <a:t>Tableau &amp; SSRS show pre-defined views. Dynamic = manual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Arial"/>
              </a:rPr>
              <a:t>✗  1–3 business days
</a:t>
            </a:r>
            <a:r>
              <a:rPr sz="1050" b="0">
                <a:solidFill>
                  <a:srgbClr val="2D3748"/>
                </a:solidFill>
                <a:latin typeface="Arial"/>
              </a:rPr>
              <a:t>Every ad-hoc question routed to Technology, Finance, or Analytics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1064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Arial"/>
              </a:rPr>
              <a:t>✗  Once a month or quarter
</a:t>
            </a:r>
            <a:r>
              <a:rPr sz="1050" b="0">
                <a:solidFill>
                  <a:srgbClr val="2D3748"/>
                </a:solidFill>
                <a:latin typeface="Arial"/>
              </a:rPr>
              <a:t>Leadership receives dynamic insights only in scheduled business reviews.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005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Arial"/>
              </a:rPr>
              <a:t>✗  No self-service
</a:t>
            </a:r>
            <a:r>
              <a:rPr sz="1050" b="0">
                <a:solidFill>
                  <a:srgbClr val="2D3748"/>
                </a:solidFill>
                <a:latin typeface="Arial"/>
              </a:rPr>
              <a:t>Non-technical users have no independent way to access live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069848"/>
            <a:ext cx="38100" cy="534924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69848"/>
            <a:ext cx="5577840" cy="5349240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6B"/>
                </a:solidFill>
                <a:latin typeface="Arial"/>
              </a:rPr>
              <a:t>😊  With PanelIQ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  <a:latin typeface="Arial"/>
              </a:rPr>
              <a:t>✓  Ask in plain English
</a:t>
            </a:r>
            <a:r>
              <a:rPr sz="1050" b="0">
                <a:solidFill>
                  <a:srgbClr val="2D3748"/>
                </a:solidFill>
                <a:latin typeface="Arial"/>
              </a:rPr>
              <a:t>Type any question — get a data table, chart, and analyst summary in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620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  <a:latin typeface="Arial"/>
              </a:rPr>
              <a:t>✓  Seconds, not days
</a:t>
            </a:r>
            <a:r>
              <a:rPr sz="1050" b="0">
                <a:solidFill>
                  <a:srgbClr val="2D3748"/>
                </a:solidFill>
                <a:latin typeface="Arial"/>
              </a:rPr>
              <a:t>No waiting. No tickets. No dependency on other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41064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  <a:latin typeface="Arial"/>
              </a:rPr>
              <a:t>✓  Always available
</a:t>
            </a:r>
            <a:r>
              <a:rPr sz="1050" b="0">
                <a:solidFill>
                  <a:srgbClr val="2D3748"/>
                </a:solidFill>
                <a:latin typeface="Arial"/>
              </a:rPr>
              <a:t>Leadership can query data any time — daily if needed, not just in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005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  <a:latin typeface="Arial"/>
              </a:rPr>
              <a:t>✓  Secure self-service
</a:t>
            </a:r>
            <a:r>
              <a:rPr sz="1050" b="0">
                <a:solidFill>
                  <a:srgbClr val="2D3748"/>
                </a:solidFill>
                <a:latin typeface="Arial"/>
              </a:rPr>
              <a:t>Role-based access — each user sees only what they are permitted to see.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44728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PanelIQ — How It Works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698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D3748"/>
                </a:solidFill>
                <a:latin typeface="Arial"/>
              </a:rPr>
              <a:t>A secure web-based AI assistant at paneliq.borderlessaccess.com — ask in plain English, get answers in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45336"/>
            <a:ext cx="2788920" cy="260604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728216"/>
            <a:ext cx="960120" cy="960120"/>
          </a:xfrm>
          <a:prstGeom prst="ellipse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072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36DAC"/>
                </a:solidFill>
                <a:latin typeface="Arial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8269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"Show me completes by
market for Q1 2026"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328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45336"/>
            <a:ext cx="2788920" cy="2606040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1728216"/>
            <a:ext cx="960120" cy="96012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072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2841"/>
                </a:solidFill>
                <a:latin typeface="Arial"/>
              </a:rPr>
              <a:t>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8269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Claude AI converts to
a secure SQL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5328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45336"/>
            <a:ext cx="2788920" cy="260604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1728216"/>
            <a:ext cx="960120" cy="960120"/>
          </a:xfrm>
          <a:prstGeom prst="ellipse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072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AE"/>
                </a:solidFill>
                <a:latin typeface="Arial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8269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Runs against internal
KpiReports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5328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EAE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545336"/>
            <a:ext cx="2788920" cy="2606040"/>
          </a:xfrm>
          <a:prstGeom prst="rect">
            <a:avLst/>
          </a:prstGeom>
          <a:solidFill>
            <a:srgbClr val="F0F7FB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1728216"/>
            <a:ext cx="960120" cy="960120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072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6B"/>
                </a:solidFill>
                <a:latin typeface="Arial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82696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D3748"/>
                </a:solidFill>
                <a:latin typeface="Arial"/>
              </a:rPr>
              <a:t>Chart + table + analyst
summary in seconds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11521440" cy="260604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221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AE"/>
                </a:solidFill>
                <a:latin typeface="Arial"/>
              </a:rPr>
              <a:t>What your team can ask — examples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9768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4074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"Show me completes by market for Q1 2026"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29768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44074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"Which vendors have the highest screenout rate?"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429768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8" y="44074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"What is the click rate and conversion rate by country?"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16636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5276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"Compare monthly completes trend for last 12 months"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516636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5276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"Which projects are live right now?"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5166360"/>
            <a:ext cx="3611880" cy="731520"/>
          </a:xfrm>
          <a:prstGeom prst="rect">
            <a:avLst/>
          </a:prstGeom>
          <a:solidFill>
            <a:srgbClr val="224466"/>
          </a:solidFill>
          <a:ln w="12700">
            <a:solidFill>
              <a:srgbClr val="00A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2168" y="52760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"Give me overall panel health summary for this year"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149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Investment &amp; Implementation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744" y="90525"/>
            <a:ext cx="1367942" cy="4325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005840"/>
            <a:ext cx="3703320" cy="1920240"/>
          </a:xfrm>
          <a:prstGeom prst="rect">
            <a:avLst/>
          </a:prstGeom>
          <a:solidFill>
            <a:srgbClr val="E8F4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36DAC"/>
                </a:solidFill>
                <a:latin typeface="Arial"/>
              </a:rPr>
              <a:t>~$50/mo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703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Arial"/>
              </a:rPr>
              <a:t>Maximum ongoing
operating cost
(API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703320" cy="1920240"/>
          </a:xfrm>
          <a:prstGeom prst="rect">
            <a:avLst/>
          </a:prstGeom>
          <a:solidFill>
            <a:srgbClr val="E8F8F0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A86B"/>
                </a:solidFill>
                <a:latin typeface="Arial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703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Arial"/>
              </a:rPr>
              <a:t>Phase 1 already built
(POC validated —
faster go-live)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703320" cy="192024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8872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AEAE"/>
                </a:solidFill>
                <a:latin typeface="Arial"/>
              </a:rPr>
              <a:t>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703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Arial"/>
              </a:rPr>
              <a:t>Time to answer any
panel question
vs 1–3 days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rial"/>
              </a:rPr>
              <a:t>Implementation Options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93008"/>
            <a:ext cx="3703320" cy="2743200"/>
          </a:xfrm>
          <a:prstGeom prst="rect">
            <a:avLst/>
          </a:prstGeom>
          <a:solidFill>
            <a:srgbClr val="F0F7FB"/>
          </a:solidFill>
          <a:ln w="12700">
            <a:solidFill>
              <a:srgbClr val="036D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  <a:latin typeface="Arial"/>
              </a:rPr>
              <a:t>Scenario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DAC"/>
                </a:solidFill>
                <a:latin typeface="Arial"/>
              </a:rPr>
              <a:t>Technology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531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⏱  Timeline:  ~6–8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8289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💰  Dev licences:  ~$1,200–$1,600
dev licences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24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36DAC"/>
                </a:solidFill>
                <a:latin typeface="Arial"/>
              </a:rPr>
              <a:t>Ongoing API: ~$35–$50/month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493008"/>
            <a:ext cx="3703320" cy="2743200"/>
          </a:xfrm>
          <a:prstGeom prst="rect">
            <a:avLst/>
          </a:prstGeom>
          <a:solidFill>
            <a:srgbClr val="F0F7FB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6301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  <a:latin typeface="Arial"/>
              </a:rPr>
              <a:t>Scenario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04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rial"/>
              </a:rPr>
              <a:t>Analytics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531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⏱  Timeline:  ~12–15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8289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💰  Dev licences:  ~$2,400–$4,500
dev licences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24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E2841"/>
                </a:solidFill>
                <a:latin typeface="Arial"/>
              </a:rPr>
              <a:t>Ongoing API: ~$35–$50/month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493008"/>
            <a:ext cx="3703320" cy="2743200"/>
          </a:xfrm>
          <a:prstGeom prst="rect">
            <a:avLst/>
          </a:prstGeom>
          <a:solidFill>
            <a:srgbClr val="E8F8F0"/>
          </a:solidFill>
          <a:ln w="12700">
            <a:solidFill>
              <a:srgbClr val="00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6301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8D0"/>
                </a:solidFill>
                <a:latin typeface="Arial"/>
              </a:rPr>
              <a:t>Scenario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04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Arial"/>
              </a:rPr>
              <a:t>Hybrid  ★ 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531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⏱  Timeline:  ~8–10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8289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Arial"/>
              </a:rPr>
              <a:t>💰  Dev licences:  ~$1,600–$2,000
dev licences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8247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A86B"/>
                </a:solidFill>
                <a:latin typeface="Arial"/>
              </a:rPr>
              <a:t>Ongoing API: ~$35–$50/month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955279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7955279" cy="5080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One Decision. Three Steps. Live in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7406640" cy="1463040"/>
          </a:xfrm>
          <a:prstGeom prst="rect">
            <a:avLst/>
          </a:prstGeom>
          <a:solidFill>
            <a:srgbClr val="036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36DA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916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Confirm scope and team model
(Hybrid recommended)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40"/>
            <a:ext cx="7406640" cy="1463040"/>
          </a:xfrm>
          <a:prstGeom prst="rect">
            <a:avLst/>
          </a:prstGeom>
          <a:solidFill>
            <a:srgbClr val="00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" y="2862072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AEA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88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918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Name Analytics leads + Tech support
Procure Claude licences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7406640" cy="14630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80" y="4462272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A86B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89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920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Phase 1 goes live at
paneliq.borderlessaccess.com
within 5–7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03504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8D0"/>
                </a:solidFill>
                <a:latin typeface="Arial"/>
              </a:rPr>
              <a:t>paneliq.borderlessaccess.com  |  Borderless Access  |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DAC"/>
                </a:solidFill>
                <a:latin typeface="Arial"/>
              </a:rPr>
              <a:t>Why 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2841"/>
                </a:solidFill>
                <a:latin typeface="Arial"/>
              </a:rPr>
              <a:t>✓  POC is 80%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78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2841"/>
                </a:solidFill>
                <a:latin typeface="Arial"/>
              </a:rPr>
              <a:t>✓  Under $50/month to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3697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2841"/>
                </a:solidFill>
                <a:latin typeface="Arial"/>
              </a:rPr>
              <a:t>✓  No new infrastructure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9534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2841"/>
                </a:solidFill>
                <a:latin typeface="Arial"/>
              </a:rPr>
              <a:t>✓  Analytics team can lead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537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2841"/>
                </a:solidFill>
                <a:latin typeface="Arial"/>
              </a:rPr>
              <a:t>✓  Claude AI accelerates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3617</Words>
  <Application>Microsoft Office PowerPoint</Application>
  <PresentationFormat>Widescreen</PresentationFormat>
  <Paragraphs>396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Table of Content </vt:lpstr>
      <vt:lpstr>Content Slide (Blank)</vt:lpstr>
      <vt:lpstr>Who we are</vt:lpstr>
      <vt:lpstr>Meet Our Team</vt:lpstr>
      <vt:lpstr>PowerPoint Presentation</vt:lpstr>
      <vt:lpstr>Content Slide</vt:lpstr>
      <vt:lpstr>Objective Slide</vt:lpstr>
      <vt:lpstr>Objective</vt:lpstr>
      <vt:lpstr>Graph Slide</vt:lpstr>
      <vt:lpstr>PowerPoint Presentation</vt:lpstr>
      <vt:lpstr>Graph Slide</vt:lpstr>
      <vt:lpstr>Content Side</vt:lpstr>
      <vt:lpstr>Content Slide</vt:lpstr>
      <vt:lpstr>Approximate timelines per regular wave</vt:lpstr>
      <vt:lpstr>PowerPoint Presentation</vt:lpstr>
      <vt:lpstr>Case Study</vt:lpstr>
      <vt:lpstr>Case Study</vt:lpstr>
      <vt:lpstr>Case Study</vt:lpstr>
      <vt:lpstr>Case Study</vt:lpstr>
      <vt:lpstr>Project assumptions and terms </vt:lpstr>
      <vt:lpstr>Graph Slide</vt:lpstr>
      <vt:lpstr>Content Slide (Table)</vt:lpstr>
      <vt:lpstr>PowerPoint Presentation</vt:lpstr>
      <vt:lpstr>PowerPoint Presentation</vt:lpstr>
      <vt:lpstr>Evaluation &amp; Quality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 R</dc:creator>
  <cp:lastModifiedBy>Chaitra R</cp:lastModifiedBy>
  <cp:revision>2</cp:revision>
  <dcterms:created xsi:type="dcterms:W3CDTF">2025-08-22T13:15:53Z</dcterms:created>
  <dcterms:modified xsi:type="dcterms:W3CDTF">2026-02-26T09:58:48Z</dcterms:modified>
</cp:coreProperties>
</file>