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2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919"/>
    <a:srgbClr val="036DAC"/>
    <a:srgbClr val="3BABE1"/>
    <a:srgbClr val="02466E"/>
    <a:srgbClr val="012F49"/>
    <a:srgbClr val="FFFFFF"/>
    <a:srgbClr val="FCA900"/>
    <a:srgbClr val="037CC2"/>
    <a:srgbClr val="BDE5F1"/>
    <a:srgbClr val="FDC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86C02D-EB7A-43E6-9B83-D5841768E156}" v="1" dt="2026-02-26T09:38:58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C0E2D-5C77-49B4-917E-6A50A8C7C3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0D889-4979-431B-B48A-C52654BF8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563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AD1C-FB45-F3E7-3DCA-9A2624A5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3CC7-11F8-62D0-95B0-2330B6F2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DA179C8-1EAA-F092-8960-B5E84A0F8C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45373" y="792427"/>
            <a:ext cx="2005461" cy="2595575"/>
          </a:xfrm>
          <a:custGeom>
            <a:avLst/>
            <a:gdLst>
              <a:gd name="connsiteX0" fmla="*/ 0 w 2005461"/>
              <a:gd name="connsiteY0" fmla="*/ 184 h 2595575"/>
              <a:gd name="connsiteX1" fmla="*/ 1694799 w 2005461"/>
              <a:gd name="connsiteY1" fmla="*/ 184 h 2595575"/>
              <a:gd name="connsiteX2" fmla="*/ 2005161 w 2005461"/>
              <a:gd name="connsiteY2" fmla="*/ 310346 h 2595575"/>
              <a:gd name="connsiteX3" fmla="*/ 2005461 w 2005461"/>
              <a:gd name="connsiteY3" fmla="*/ 310346 h 2595575"/>
              <a:gd name="connsiteX4" fmla="*/ 2005461 w 2005461"/>
              <a:gd name="connsiteY4" fmla="*/ 2595575 h 2595575"/>
              <a:gd name="connsiteX5" fmla="*/ 0 w 2005461"/>
              <a:gd name="connsiteY5" fmla="*/ 2595575 h 259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5461" h="2595575">
                <a:moveTo>
                  <a:pt x="0" y="184"/>
                </a:moveTo>
                <a:lnTo>
                  <a:pt x="1694799" y="184"/>
                </a:lnTo>
                <a:cubicBezTo>
                  <a:pt x="1863778" y="-5815"/>
                  <a:pt x="2005161" y="136267"/>
                  <a:pt x="2005161" y="310346"/>
                </a:cubicBezTo>
                <a:lnTo>
                  <a:pt x="2005461" y="310346"/>
                </a:lnTo>
                <a:lnTo>
                  <a:pt x="2005461" y="2595575"/>
                </a:lnTo>
                <a:lnTo>
                  <a:pt x="0" y="2595575"/>
                </a:lnTo>
                <a:close/>
              </a:path>
            </a:pathLst>
          </a:custGeom>
          <a:solidFill>
            <a:srgbClr val="FBA919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10D78DF-1584-E36C-938C-844D22CB9B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9868" y="3489990"/>
            <a:ext cx="2383516" cy="2575494"/>
          </a:xfrm>
          <a:custGeom>
            <a:avLst/>
            <a:gdLst>
              <a:gd name="connsiteX0" fmla="*/ 0 w 2383516"/>
              <a:gd name="connsiteY0" fmla="*/ 0 h 2575494"/>
              <a:gd name="connsiteX1" fmla="*/ 2383516 w 2383516"/>
              <a:gd name="connsiteY1" fmla="*/ 0 h 2575494"/>
              <a:gd name="connsiteX2" fmla="*/ 2383516 w 2383516"/>
              <a:gd name="connsiteY2" fmla="*/ 2575494 h 2575494"/>
              <a:gd name="connsiteX3" fmla="*/ 985383 w 2383516"/>
              <a:gd name="connsiteY3" fmla="*/ 2575494 h 2575494"/>
              <a:gd name="connsiteX4" fmla="*/ 970784 w 2383516"/>
              <a:gd name="connsiteY4" fmla="*/ 2575194 h 2575494"/>
              <a:gd name="connsiteX5" fmla="*/ 716215 w 2383516"/>
              <a:gd name="connsiteY5" fmla="*/ 2378318 h 2575494"/>
              <a:gd name="connsiteX6" fmla="*/ 678819 w 2383516"/>
              <a:gd name="connsiteY6" fmla="*/ 2266031 h 2575494"/>
              <a:gd name="connsiteX7" fmla="*/ 678819 w 2383516"/>
              <a:gd name="connsiteY7" fmla="*/ 2264131 h 25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3516" h="2575494">
                <a:moveTo>
                  <a:pt x="0" y="0"/>
                </a:moveTo>
                <a:lnTo>
                  <a:pt x="2383516" y="0"/>
                </a:lnTo>
                <a:lnTo>
                  <a:pt x="2383516" y="2575494"/>
                </a:lnTo>
                <a:lnTo>
                  <a:pt x="985383" y="2575494"/>
                </a:lnTo>
                <a:cubicBezTo>
                  <a:pt x="980584" y="2575494"/>
                  <a:pt x="975584" y="2575494"/>
                  <a:pt x="970784" y="2575194"/>
                </a:cubicBezTo>
                <a:cubicBezTo>
                  <a:pt x="853799" y="2569895"/>
                  <a:pt x="753311" y="2489604"/>
                  <a:pt x="716215" y="2378318"/>
                </a:cubicBezTo>
                <a:lnTo>
                  <a:pt x="678819" y="2266031"/>
                </a:lnTo>
                <a:lnTo>
                  <a:pt x="678819" y="2264131"/>
                </a:lnTo>
                <a:close/>
              </a:path>
            </a:pathLst>
          </a:custGeom>
          <a:solidFill>
            <a:srgbClr val="00818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C939E47-3416-0D2A-E602-9C0E066D35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5373" y="3489990"/>
            <a:ext cx="2005461" cy="2575594"/>
          </a:xfrm>
          <a:custGeom>
            <a:avLst/>
            <a:gdLst>
              <a:gd name="connsiteX0" fmla="*/ 0 w 2005461"/>
              <a:gd name="connsiteY0" fmla="*/ 0 h 2575594"/>
              <a:gd name="connsiteX1" fmla="*/ 2005461 w 2005461"/>
              <a:gd name="connsiteY1" fmla="*/ 0 h 2575594"/>
              <a:gd name="connsiteX2" fmla="*/ 2005461 w 2005461"/>
              <a:gd name="connsiteY2" fmla="*/ 2282229 h 2575594"/>
              <a:gd name="connsiteX3" fmla="*/ 1712196 w 2005461"/>
              <a:gd name="connsiteY3" fmla="*/ 2575594 h 2575594"/>
              <a:gd name="connsiteX4" fmla="*/ 0 w 2005461"/>
              <a:gd name="connsiteY4" fmla="*/ 2575594 h 2575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5461" h="2575594">
                <a:moveTo>
                  <a:pt x="0" y="0"/>
                </a:moveTo>
                <a:lnTo>
                  <a:pt x="2005461" y="0"/>
                </a:lnTo>
                <a:lnTo>
                  <a:pt x="2005461" y="2282229"/>
                </a:lnTo>
                <a:cubicBezTo>
                  <a:pt x="2005461" y="2444310"/>
                  <a:pt x="1874177" y="2575594"/>
                  <a:pt x="1712196" y="2575594"/>
                </a:cubicBezTo>
                <a:lnTo>
                  <a:pt x="0" y="2575594"/>
                </a:lnTo>
                <a:close/>
              </a:path>
            </a:pathLst>
          </a:custGeom>
          <a:solidFill>
            <a:srgbClr val="00AEAE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18027503-71A1-409D-0F19-7218B21F09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638" y="792417"/>
            <a:ext cx="3095747" cy="2595586"/>
          </a:xfrm>
          <a:custGeom>
            <a:avLst/>
            <a:gdLst>
              <a:gd name="connsiteX0" fmla="*/ 309779 w 3095747"/>
              <a:gd name="connsiteY0" fmla="*/ 194 h 2595586"/>
              <a:gd name="connsiteX1" fmla="*/ 3095747 w 3095747"/>
              <a:gd name="connsiteY1" fmla="*/ 194 h 2595586"/>
              <a:gd name="connsiteX2" fmla="*/ 3095747 w 3095747"/>
              <a:gd name="connsiteY2" fmla="*/ 2595586 h 2595586"/>
              <a:gd name="connsiteX3" fmla="*/ 681735 w 3095747"/>
              <a:gd name="connsiteY3" fmla="*/ 2595586 h 2595586"/>
              <a:gd name="connsiteX4" fmla="*/ 12114 w 3095747"/>
              <a:gd name="connsiteY4" fmla="*/ 362352 h 2595586"/>
              <a:gd name="connsiteX5" fmla="*/ 12414 w 3095747"/>
              <a:gd name="connsiteY5" fmla="*/ 202170 h 2595586"/>
              <a:gd name="connsiteX6" fmla="*/ 309779 w 3095747"/>
              <a:gd name="connsiteY6" fmla="*/ 194 h 259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5747" h="2595586">
                <a:moveTo>
                  <a:pt x="309779" y="194"/>
                </a:moveTo>
                <a:lnTo>
                  <a:pt x="3095747" y="194"/>
                </a:lnTo>
                <a:lnTo>
                  <a:pt x="3095747" y="2595586"/>
                </a:lnTo>
                <a:lnTo>
                  <a:pt x="681735" y="2595586"/>
                </a:lnTo>
                <a:lnTo>
                  <a:pt x="12114" y="362352"/>
                </a:lnTo>
                <a:cubicBezTo>
                  <a:pt x="-3484" y="309958"/>
                  <a:pt x="-4684" y="253865"/>
                  <a:pt x="12414" y="202170"/>
                </a:cubicBezTo>
                <a:cubicBezTo>
                  <a:pt x="53010" y="80385"/>
                  <a:pt x="169695" y="-4605"/>
                  <a:pt x="309779" y="194"/>
                </a:cubicBezTo>
                <a:close/>
              </a:path>
            </a:pathLst>
          </a:custGeom>
          <a:solidFill>
            <a:srgbClr val="0B7CC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28910A0-4E79-604C-5707-B1D3353A2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9300" y="716692"/>
            <a:ext cx="6243638" cy="5436973"/>
          </a:xfrm>
        </p:spPr>
        <p:txBody>
          <a:bodyPr>
            <a:normAutofit/>
          </a:bodyPr>
          <a:lstStyle>
            <a:lvl1pPr>
              <a:defRPr lang="en-IN" sz="6000" b="1" kern="1200" dirty="0" smtClean="0">
                <a:solidFill>
                  <a:srgbClr val="0B7CC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Cover Content Characters Count. 68 Font name: Arial Bold</a:t>
            </a:r>
            <a:r>
              <a:rPr lang="en-IN" sz="44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EDF9B8-4B1E-1C39-DDD8-DD27BB697DF7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95FE6A-9505-0F55-EAAD-E0B8337FEEA9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818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AD1C-FB45-F3E7-3DCA-9A2624A5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3CC7-11F8-62D0-95B0-2330B6F2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28910A0-4E79-604C-5707-B1D3353A2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9300" y="716692"/>
            <a:ext cx="6243638" cy="5436973"/>
          </a:xfrm>
        </p:spPr>
        <p:txBody>
          <a:bodyPr>
            <a:normAutofit/>
          </a:bodyPr>
          <a:lstStyle>
            <a:lvl1pPr>
              <a:defRPr lang="en-IN" sz="4800" b="1" kern="1200" dirty="0" smtClean="0">
                <a:solidFill>
                  <a:srgbClr val="0B7CC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Cover Content Characters Count. 68 Font name: Arial Bold</a:t>
            </a:r>
            <a:r>
              <a:rPr lang="en-IN" sz="44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Text Size - 48</a:t>
            </a:r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EDF9B8-4B1E-1C39-DDD8-DD27BB697DF7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95FE6A-9505-0F55-EAAD-E0B8337FEEA9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106AEF8-E3E8-C408-B6E1-BF15E4640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0180" y="1077809"/>
            <a:ext cx="2672952" cy="2289240"/>
          </a:xfrm>
          <a:custGeom>
            <a:avLst/>
            <a:gdLst>
              <a:gd name="connsiteX0" fmla="*/ 2283968 w 2672952"/>
              <a:gd name="connsiteY0" fmla="*/ 169449 h 2289240"/>
              <a:gd name="connsiteX1" fmla="*/ 2583029 w 2672952"/>
              <a:gd name="connsiteY1" fmla="*/ 468510 h 2289240"/>
              <a:gd name="connsiteX2" fmla="*/ 2283968 w 2672952"/>
              <a:gd name="connsiteY2" fmla="*/ 767571 h 2289240"/>
              <a:gd name="connsiteX3" fmla="*/ 1984906 w 2672952"/>
              <a:gd name="connsiteY3" fmla="*/ 468510 h 2289240"/>
              <a:gd name="connsiteX4" fmla="*/ 2283968 w 2672952"/>
              <a:gd name="connsiteY4" fmla="*/ 169449 h 2289240"/>
              <a:gd name="connsiteX5" fmla="*/ 136057 w 2672952"/>
              <a:gd name="connsiteY5" fmla="*/ 0 h 2289240"/>
              <a:gd name="connsiteX6" fmla="*/ 1615400 w 2672952"/>
              <a:gd name="connsiteY6" fmla="*/ 0 h 2289240"/>
              <a:gd name="connsiteX7" fmla="*/ 2167243 w 2672952"/>
              <a:gd name="connsiteY7" fmla="*/ 155096 h 2289240"/>
              <a:gd name="connsiteX8" fmla="*/ 1950782 w 2672952"/>
              <a:gd name="connsiteY8" fmla="*/ 495604 h 2289240"/>
              <a:gd name="connsiteX9" fmla="*/ 2269029 w 2672952"/>
              <a:gd name="connsiteY9" fmla="*/ 802574 h 2289240"/>
              <a:gd name="connsiteX10" fmla="*/ 2580246 w 2672952"/>
              <a:gd name="connsiteY10" fmla="*/ 623752 h 2289240"/>
              <a:gd name="connsiteX11" fmla="*/ 2672952 w 2672952"/>
              <a:gd name="connsiteY11" fmla="*/ 1057406 h 2289240"/>
              <a:gd name="connsiteX12" fmla="*/ 2672952 w 2672952"/>
              <a:gd name="connsiteY12" fmla="*/ 1231688 h 2289240"/>
              <a:gd name="connsiteX13" fmla="*/ 1615400 w 2672952"/>
              <a:gd name="connsiteY13" fmla="*/ 2289240 h 2289240"/>
              <a:gd name="connsiteX14" fmla="*/ 136057 w 2672952"/>
              <a:gd name="connsiteY14" fmla="*/ 2289240 h 2289240"/>
              <a:gd name="connsiteX15" fmla="*/ 0 w 2672952"/>
              <a:gd name="connsiteY15" fmla="*/ 2153183 h 2289240"/>
              <a:gd name="connsiteX16" fmla="*/ 0 w 2672952"/>
              <a:gd name="connsiteY16" fmla="*/ 136057 h 2289240"/>
              <a:gd name="connsiteX17" fmla="*/ 136057 w 2672952"/>
              <a:gd name="connsiteY17" fmla="*/ 0 h 228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72952" h="2289240">
                <a:moveTo>
                  <a:pt x="2283968" y="169449"/>
                </a:moveTo>
                <a:cubicBezTo>
                  <a:pt x="2449169" y="169449"/>
                  <a:pt x="2583029" y="303309"/>
                  <a:pt x="2583029" y="468510"/>
                </a:cubicBezTo>
                <a:cubicBezTo>
                  <a:pt x="2583029" y="633711"/>
                  <a:pt x="2449169" y="767571"/>
                  <a:pt x="2283968" y="767571"/>
                </a:cubicBezTo>
                <a:cubicBezTo>
                  <a:pt x="2118766" y="767571"/>
                  <a:pt x="1984906" y="633711"/>
                  <a:pt x="1984906" y="468510"/>
                </a:cubicBezTo>
                <a:cubicBezTo>
                  <a:pt x="1984906" y="303309"/>
                  <a:pt x="2118766" y="169449"/>
                  <a:pt x="2283968" y="169449"/>
                </a:cubicBezTo>
                <a:close/>
                <a:moveTo>
                  <a:pt x="136057" y="0"/>
                </a:moveTo>
                <a:lnTo>
                  <a:pt x="1615400" y="0"/>
                </a:lnTo>
                <a:cubicBezTo>
                  <a:pt x="1817655" y="0"/>
                  <a:pt x="2006582" y="56678"/>
                  <a:pt x="2167243" y="155096"/>
                </a:cubicBezTo>
                <a:cubicBezTo>
                  <a:pt x="2032358" y="205477"/>
                  <a:pt x="1938626" y="340362"/>
                  <a:pt x="1950782" y="495604"/>
                </a:cubicBezTo>
                <a:cubicBezTo>
                  <a:pt x="1963963" y="662417"/>
                  <a:pt x="2101924" y="795251"/>
                  <a:pt x="2269029" y="802574"/>
                </a:cubicBezTo>
                <a:cubicBezTo>
                  <a:pt x="2403914" y="808579"/>
                  <a:pt x="2522104" y="734326"/>
                  <a:pt x="2580246" y="623752"/>
                </a:cubicBezTo>
                <a:cubicBezTo>
                  <a:pt x="2639854" y="756148"/>
                  <a:pt x="2672952" y="902896"/>
                  <a:pt x="2672952" y="1057406"/>
                </a:cubicBezTo>
                <a:lnTo>
                  <a:pt x="2672952" y="1231688"/>
                </a:lnTo>
                <a:cubicBezTo>
                  <a:pt x="2672952" y="1815751"/>
                  <a:pt x="2199463" y="2289240"/>
                  <a:pt x="1615400" y="2289240"/>
                </a:cubicBezTo>
                <a:lnTo>
                  <a:pt x="136057" y="2289240"/>
                </a:lnTo>
                <a:cubicBezTo>
                  <a:pt x="60925" y="2289240"/>
                  <a:pt x="0" y="2228315"/>
                  <a:pt x="0" y="2153183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solidFill>
            <a:srgbClr val="FBA919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9AE1BFD-F614-03FE-EE69-9FFF181AC9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0180" y="3472938"/>
            <a:ext cx="2672952" cy="2289533"/>
          </a:xfrm>
          <a:custGeom>
            <a:avLst/>
            <a:gdLst>
              <a:gd name="connsiteX0" fmla="*/ 136057 w 2672952"/>
              <a:gd name="connsiteY0" fmla="*/ 0 h 2289533"/>
              <a:gd name="connsiteX1" fmla="*/ 1615400 w 2672952"/>
              <a:gd name="connsiteY1" fmla="*/ 0 h 2289533"/>
              <a:gd name="connsiteX2" fmla="*/ 2672952 w 2672952"/>
              <a:gd name="connsiteY2" fmla="*/ 1057553 h 2289533"/>
              <a:gd name="connsiteX3" fmla="*/ 2672952 w 2672952"/>
              <a:gd name="connsiteY3" fmla="*/ 1057699 h 2289533"/>
              <a:gd name="connsiteX4" fmla="*/ 2672952 w 2672952"/>
              <a:gd name="connsiteY4" fmla="*/ 1231980 h 2289533"/>
              <a:gd name="connsiteX5" fmla="*/ 1615400 w 2672952"/>
              <a:gd name="connsiteY5" fmla="*/ 2289533 h 2289533"/>
              <a:gd name="connsiteX6" fmla="*/ 136057 w 2672952"/>
              <a:gd name="connsiteY6" fmla="*/ 2289533 h 2289533"/>
              <a:gd name="connsiteX7" fmla="*/ 0 w 2672952"/>
              <a:gd name="connsiteY7" fmla="*/ 2153476 h 2289533"/>
              <a:gd name="connsiteX8" fmla="*/ 0 w 2672952"/>
              <a:gd name="connsiteY8" fmla="*/ 136057 h 2289533"/>
              <a:gd name="connsiteX9" fmla="*/ 136057 w 2672952"/>
              <a:gd name="connsiteY9" fmla="*/ 0 h 22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2952" h="2289533">
                <a:moveTo>
                  <a:pt x="136057" y="0"/>
                </a:moveTo>
                <a:lnTo>
                  <a:pt x="1615400" y="0"/>
                </a:lnTo>
                <a:cubicBezTo>
                  <a:pt x="2199463" y="0"/>
                  <a:pt x="2672952" y="473489"/>
                  <a:pt x="2672952" y="1057553"/>
                </a:cubicBezTo>
                <a:lnTo>
                  <a:pt x="2672952" y="1057699"/>
                </a:lnTo>
                <a:lnTo>
                  <a:pt x="2672952" y="1231980"/>
                </a:lnTo>
                <a:cubicBezTo>
                  <a:pt x="2672952" y="1816044"/>
                  <a:pt x="2199463" y="2289533"/>
                  <a:pt x="1615400" y="2289533"/>
                </a:cubicBezTo>
                <a:lnTo>
                  <a:pt x="136057" y="2289533"/>
                </a:lnTo>
                <a:cubicBezTo>
                  <a:pt x="60925" y="2289533"/>
                  <a:pt x="0" y="2228608"/>
                  <a:pt x="0" y="2153476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gradFill flip="none" rotWithShape="1">
            <a:gsLst>
              <a:gs pos="0">
                <a:srgbClr val="FDCE7A">
                  <a:tint val="66000"/>
                  <a:satMod val="160000"/>
                </a:srgbClr>
              </a:gs>
              <a:gs pos="100000">
                <a:srgbClr val="FDCE7A">
                  <a:tint val="44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2B0C0DB-8A4B-B096-EB2A-145F358DE1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73098" y="1071073"/>
            <a:ext cx="2366654" cy="2287629"/>
          </a:xfrm>
          <a:custGeom>
            <a:avLst/>
            <a:gdLst>
              <a:gd name="connsiteX0" fmla="*/ 1181453 w 2366654"/>
              <a:gd name="connsiteY0" fmla="*/ 0 h 2287629"/>
              <a:gd name="connsiteX1" fmla="*/ 1955761 w 2366654"/>
              <a:gd name="connsiteY1" fmla="*/ 0 h 2287629"/>
              <a:gd name="connsiteX2" fmla="*/ 1978462 w 2366654"/>
              <a:gd name="connsiteY2" fmla="*/ 22408 h 2287629"/>
              <a:gd name="connsiteX3" fmla="*/ 1804327 w 2366654"/>
              <a:gd name="connsiteY3" fmla="*/ 482863 h 2287629"/>
              <a:gd name="connsiteX4" fmla="*/ 1804180 w 2366654"/>
              <a:gd name="connsiteY4" fmla="*/ 482716 h 2287629"/>
              <a:gd name="connsiteX5" fmla="*/ 2364957 w 2366654"/>
              <a:gd name="connsiteY5" fmla="*/ 2240910 h 2287629"/>
              <a:gd name="connsiteX6" fmla="*/ 2330687 w 2366654"/>
              <a:gd name="connsiteY6" fmla="*/ 2287629 h 2287629"/>
              <a:gd name="connsiteX7" fmla="*/ 35881 w 2366654"/>
              <a:gd name="connsiteY7" fmla="*/ 2287629 h 2287629"/>
              <a:gd name="connsiteX8" fmla="*/ 1757 w 2366654"/>
              <a:gd name="connsiteY8" fmla="*/ 2240764 h 2287629"/>
              <a:gd name="connsiteX9" fmla="*/ 573078 w 2366654"/>
              <a:gd name="connsiteY9" fmla="*/ 482716 h 2287629"/>
              <a:gd name="connsiteX10" fmla="*/ 1181453 w 2366654"/>
              <a:gd name="connsiteY10" fmla="*/ 0 h 228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66654" h="2287629">
                <a:moveTo>
                  <a:pt x="1181453" y="0"/>
                </a:moveTo>
                <a:lnTo>
                  <a:pt x="1955761" y="0"/>
                </a:lnTo>
                <a:cubicBezTo>
                  <a:pt x="1968210" y="0"/>
                  <a:pt x="1978462" y="10105"/>
                  <a:pt x="1978462" y="22408"/>
                </a:cubicBezTo>
                <a:cubicBezTo>
                  <a:pt x="1980366" y="245166"/>
                  <a:pt x="2008925" y="395575"/>
                  <a:pt x="1804327" y="482863"/>
                </a:cubicBezTo>
                <a:lnTo>
                  <a:pt x="1804180" y="482716"/>
                </a:lnTo>
                <a:lnTo>
                  <a:pt x="2364957" y="2240910"/>
                </a:lnTo>
                <a:cubicBezTo>
                  <a:pt x="2372280" y="2264050"/>
                  <a:pt x="2354998" y="2287629"/>
                  <a:pt x="2330687" y="2287629"/>
                </a:cubicBezTo>
                <a:lnTo>
                  <a:pt x="35881" y="2287629"/>
                </a:lnTo>
                <a:cubicBezTo>
                  <a:pt x="11569" y="2287629"/>
                  <a:pt x="-5712" y="2263903"/>
                  <a:pt x="1757" y="2240764"/>
                </a:cubicBezTo>
                <a:lnTo>
                  <a:pt x="573078" y="482716"/>
                </a:lnTo>
                <a:cubicBezTo>
                  <a:pt x="667395" y="192588"/>
                  <a:pt x="910072" y="0"/>
                  <a:pt x="1181453" y="0"/>
                </a:cubicBezTo>
                <a:close/>
              </a:path>
            </a:pathLst>
          </a:custGeom>
          <a:solidFill>
            <a:srgbClr val="3BABE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0E62020-F726-BEA8-AD5C-3655228504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589049" y="3469861"/>
            <a:ext cx="3039611" cy="2317946"/>
          </a:xfrm>
          <a:custGeom>
            <a:avLst/>
            <a:gdLst>
              <a:gd name="connsiteX0" fmla="*/ 96058 w 3039611"/>
              <a:gd name="connsiteY0" fmla="*/ 0 h 2317946"/>
              <a:gd name="connsiteX1" fmla="*/ 2372556 w 3039611"/>
              <a:gd name="connsiteY1" fmla="*/ 0 h 2317946"/>
              <a:gd name="connsiteX2" fmla="*/ 2449592 w 3039611"/>
              <a:gd name="connsiteY2" fmla="*/ 58143 h 2317946"/>
              <a:gd name="connsiteX3" fmla="*/ 3022817 w 3039611"/>
              <a:gd name="connsiteY3" fmla="*/ 1883267 h 2317946"/>
              <a:gd name="connsiteX4" fmla="*/ 2777651 w 3039611"/>
              <a:gd name="connsiteY4" fmla="*/ 2304325 h 2317946"/>
              <a:gd name="connsiteX5" fmla="*/ 81705 w 3039611"/>
              <a:gd name="connsiteY5" fmla="*/ 2317945 h 2317946"/>
              <a:gd name="connsiteX6" fmla="*/ 23855 w 3039611"/>
              <a:gd name="connsiteY6" fmla="*/ 2174420 h 2317946"/>
              <a:gd name="connsiteX7" fmla="*/ 407915 w 3039611"/>
              <a:gd name="connsiteY7" fmla="*/ 1301838 h 2317946"/>
              <a:gd name="connsiteX8" fmla="*/ 414887 w 3039611"/>
              <a:gd name="connsiteY8" fmla="*/ 1151210 h 2317946"/>
              <a:gd name="connsiteX9" fmla="*/ 414890 w 3039611"/>
              <a:gd name="connsiteY9" fmla="*/ 1151284 h 2317946"/>
              <a:gd name="connsiteX10" fmla="*/ 414890 w 3039611"/>
              <a:gd name="connsiteY10" fmla="*/ 1151137 h 2317946"/>
              <a:gd name="connsiteX11" fmla="*/ 414887 w 3039611"/>
              <a:gd name="connsiteY11" fmla="*/ 1151210 h 2317946"/>
              <a:gd name="connsiteX12" fmla="*/ 408183 w 3039611"/>
              <a:gd name="connsiteY12" fmla="*/ 1003562 h 2317946"/>
              <a:gd name="connsiteX13" fmla="*/ 38061 w 3039611"/>
              <a:gd name="connsiteY13" fmla="*/ 143087 h 2317946"/>
              <a:gd name="connsiteX14" fmla="*/ 18876 w 3039611"/>
              <a:gd name="connsiteY14" fmla="*/ 58289 h 2317946"/>
              <a:gd name="connsiteX15" fmla="*/ 96058 w 3039611"/>
              <a:gd name="connsiteY15" fmla="*/ 0 h 231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39611" h="2317946">
                <a:moveTo>
                  <a:pt x="96058" y="0"/>
                </a:moveTo>
                <a:lnTo>
                  <a:pt x="2372556" y="0"/>
                </a:lnTo>
                <a:cubicBezTo>
                  <a:pt x="2407559" y="0"/>
                  <a:pt x="2438608" y="23579"/>
                  <a:pt x="2449592" y="58143"/>
                </a:cubicBezTo>
                <a:lnTo>
                  <a:pt x="3022817" y="1883267"/>
                </a:lnTo>
                <a:cubicBezTo>
                  <a:pt x="3086671" y="2086693"/>
                  <a:pt x="2960573" y="2303447"/>
                  <a:pt x="2777651" y="2304325"/>
                </a:cubicBezTo>
                <a:lnTo>
                  <a:pt x="81705" y="2317945"/>
                </a:lnTo>
                <a:cubicBezTo>
                  <a:pt x="9210" y="2318385"/>
                  <a:pt x="-27258" y="2227729"/>
                  <a:pt x="23855" y="2174420"/>
                </a:cubicBezTo>
                <a:cubicBezTo>
                  <a:pt x="233506" y="1955799"/>
                  <a:pt x="375654" y="1648259"/>
                  <a:pt x="407915" y="1301838"/>
                </a:cubicBezTo>
                <a:lnTo>
                  <a:pt x="414887" y="1151210"/>
                </a:lnTo>
                <a:lnTo>
                  <a:pt x="414890" y="1151284"/>
                </a:lnTo>
                <a:lnTo>
                  <a:pt x="414890" y="1151137"/>
                </a:lnTo>
                <a:lnTo>
                  <a:pt x="414887" y="1151210"/>
                </a:lnTo>
                <a:lnTo>
                  <a:pt x="408183" y="1003562"/>
                </a:lnTo>
                <a:cubicBezTo>
                  <a:pt x="377157" y="663849"/>
                  <a:pt x="240408" y="361195"/>
                  <a:pt x="38061" y="143087"/>
                </a:cubicBezTo>
                <a:cubicBezTo>
                  <a:pt x="17118" y="120533"/>
                  <a:pt x="9649" y="88020"/>
                  <a:pt x="18876" y="58289"/>
                </a:cubicBezTo>
                <a:cubicBezTo>
                  <a:pt x="29713" y="23579"/>
                  <a:pt x="60908" y="0"/>
                  <a:pt x="96058" y="0"/>
                </a:cubicBezTo>
                <a:close/>
              </a:path>
            </a:pathLst>
          </a:custGeom>
          <a:solidFill>
            <a:srgbClr val="BDE5F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263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90F246-D521-2967-7005-0CAFE294B58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36DAC">
                  <a:shade val="30000"/>
                  <a:satMod val="115000"/>
                </a:srgbClr>
              </a:gs>
              <a:gs pos="50000">
                <a:srgbClr val="036DAC">
                  <a:shade val="67500"/>
                  <a:satMod val="115000"/>
                </a:srgbClr>
              </a:gs>
              <a:gs pos="100000">
                <a:srgbClr val="036DAC">
                  <a:shade val="100000"/>
                  <a:satMod val="115000"/>
                </a:srgbClr>
              </a:gs>
            </a:gsLst>
            <a:lin ang="5400000" scaled="1"/>
            <a:tileRect/>
          </a:gradFill>
          <a:ln w="82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AD1C-FB45-F3E7-3DCA-9A2624A5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28910A0-4E79-604C-5707-B1D3353A2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9300" y="716692"/>
            <a:ext cx="6243638" cy="5436973"/>
          </a:xfrm>
        </p:spPr>
        <p:txBody>
          <a:bodyPr>
            <a:normAutofit/>
          </a:bodyPr>
          <a:lstStyle>
            <a:lvl1pPr>
              <a:defRPr lang="en-IN" sz="48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Cover Content Characters Count. 68 Font name: Arial Bold</a:t>
            </a:r>
            <a:r>
              <a:rPr lang="en-IN" sz="44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Text Size - 48</a:t>
            </a:r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EDF9B8-4B1E-1C39-DDD8-DD27BB697DF7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95FE6A-9505-0F55-EAAD-E0B8337FEEA9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106AEF8-E3E8-C408-B6E1-BF15E4640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8280" y="1077809"/>
            <a:ext cx="2672952" cy="2289240"/>
          </a:xfrm>
          <a:custGeom>
            <a:avLst/>
            <a:gdLst>
              <a:gd name="connsiteX0" fmla="*/ 2283968 w 2672952"/>
              <a:gd name="connsiteY0" fmla="*/ 169449 h 2289240"/>
              <a:gd name="connsiteX1" fmla="*/ 2583029 w 2672952"/>
              <a:gd name="connsiteY1" fmla="*/ 468510 h 2289240"/>
              <a:gd name="connsiteX2" fmla="*/ 2283968 w 2672952"/>
              <a:gd name="connsiteY2" fmla="*/ 767571 h 2289240"/>
              <a:gd name="connsiteX3" fmla="*/ 1984906 w 2672952"/>
              <a:gd name="connsiteY3" fmla="*/ 468510 h 2289240"/>
              <a:gd name="connsiteX4" fmla="*/ 2283968 w 2672952"/>
              <a:gd name="connsiteY4" fmla="*/ 169449 h 2289240"/>
              <a:gd name="connsiteX5" fmla="*/ 136057 w 2672952"/>
              <a:gd name="connsiteY5" fmla="*/ 0 h 2289240"/>
              <a:gd name="connsiteX6" fmla="*/ 1615400 w 2672952"/>
              <a:gd name="connsiteY6" fmla="*/ 0 h 2289240"/>
              <a:gd name="connsiteX7" fmla="*/ 2167243 w 2672952"/>
              <a:gd name="connsiteY7" fmla="*/ 155096 h 2289240"/>
              <a:gd name="connsiteX8" fmla="*/ 1950782 w 2672952"/>
              <a:gd name="connsiteY8" fmla="*/ 495604 h 2289240"/>
              <a:gd name="connsiteX9" fmla="*/ 2269029 w 2672952"/>
              <a:gd name="connsiteY9" fmla="*/ 802574 h 2289240"/>
              <a:gd name="connsiteX10" fmla="*/ 2580246 w 2672952"/>
              <a:gd name="connsiteY10" fmla="*/ 623752 h 2289240"/>
              <a:gd name="connsiteX11" fmla="*/ 2672952 w 2672952"/>
              <a:gd name="connsiteY11" fmla="*/ 1057406 h 2289240"/>
              <a:gd name="connsiteX12" fmla="*/ 2672952 w 2672952"/>
              <a:gd name="connsiteY12" fmla="*/ 1231688 h 2289240"/>
              <a:gd name="connsiteX13" fmla="*/ 1615400 w 2672952"/>
              <a:gd name="connsiteY13" fmla="*/ 2289240 h 2289240"/>
              <a:gd name="connsiteX14" fmla="*/ 136057 w 2672952"/>
              <a:gd name="connsiteY14" fmla="*/ 2289240 h 2289240"/>
              <a:gd name="connsiteX15" fmla="*/ 0 w 2672952"/>
              <a:gd name="connsiteY15" fmla="*/ 2153183 h 2289240"/>
              <a:gd name="connsiteX16" fmla="*/ 0 w 2672952"/>
              <a:gd name="connsiteY16" fmla="*/ 136057 h 2289240"/>
              <a:gd name="connsiteX17" fmla="*/ 136057 w 2672952"/>
              <a:gd name="connsiteY17" fmla="*/ 0 h 228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72952" h="2289240">
                <a:moveTo>
                  <a:pt x="2283968" y="169449"/>
                </a:moveTo>
                <a:cubicBezTo>
                  <a:pt x="2449169" y="169449"/>
                  <a:pt x="2583029" y="303309"/>
                  <a:pt x="2583029" y="468510"/>
                </a:cubicBezTo>
                <a:cubicBezTo>
                  <a:pt x="2583029" y="633711"/>
                  <a:pt x="2449169" y="767571"/>
                  <a:pt x="2283968" y="767571"/>
                </a:cubicBezTo>
                <a:cubicBezTo>
                  <a:pt x="2118766" y="767571"/>
                  <a:pt x="1984906" y="633711"/>
                  <a:pt x="1984906" y="468510"/>
                </a:cubicBezTo>
                <a:cubicBezTo>
                  <a:pt x="1984906" y="303309"/>
                  <a:pt x="2118766" y="169449"/>
                  <a:pt x="2283968" y="169449"/>
                </a:cubicBezTo>
                <a:close/>
                <a:moveTo>
                  <a:pt x="136057" y="0"/>
                </a:moveTo>
                <a:lnTo>
                  <a:pt x="1615400" y="0"/>
                </a:lnTo>
                <a:cubicBezTo>
                  <a:pt x="1817655" y="0"/>
                  <a:pt x="2006582" y="56678"/>
                  <a:pt x="2167243" y="155096"/>
                </a:cubicBezTo>
                <a:cubicBezTo>
                  <a:pt x="2032358" y="205477"/>
                  <a:pt x="1938626" y="340362"/>
                  <a:pt x="1950782" y="495604"/>
                </a:cubicBezTo>
                <a:cubicBezTo>
                  <a:pt x="1963963" y="662417"/>
                  <a:pt x="2101924" y="795251"/>
                  <a:pt x="2269029" y="802574"/>
                </a:cubicBezTo>
                <a:cubicBezTo>
                  <a:pt x="2403914" y="808579"/>
                  <a:pt x="2522104" y="734326"/>
                  <a:pt x="2580246" y="623752"/>
                </a:cubicBezTo>
                <a:cubicBezTo>
                  <a:pt x="2639854" y="756148"/>
                  <a:pt x="2672952" y="902896"/>
                  <a:pt x="2672952" y="1057406"/>
                </a:cubicBezTo>
                <a:lnTo>
                  <a:pt x="2672952" y="1231688"/>
                </a:lnTo>
                <a:cubicBezTo>
                  <a:pt x="2672952" y="1815751"/>
                  <a:pt x="2199463" y="2289240"/>
                  <a:pt x="1615400" y="2289240"/>
                </a:cubicBezTo>
                <a:lnTo>
                  <a:pt x="136057" y="2289240"/>
                </a:lnTo>
                <a:cubicBezTo>
                  <a:pt x="60925" y="2289240"/>
                  <a:pt x="0" y="2228315"/>
                  <a:pt x="0" y="2153183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solidFill>
            <a:srgbClr val="FBA919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9AE1BFD-F614-03FE-EE69-9FFF181AC9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280" y="3472938"/>
            <a:ext cx="2672952" cy="2289533"/>
          </a:xfrm>
          <a:custGeom>
            <a:avLst/>
            <a:gdLst>
              <a:gd name="connsiteX0" fmla="*/ 136057 w 2672952"/>
              <a:gd name="connsiteY0" fmla="*/ 0 h 2289533"/>
              <a:gd name="connsiteX1" fmla="*/ 1615400 w 2672952"/>
              <a:gd name="connsiteY1" fmla="*/ 0 h 2289533"/>
              <a:gd name="connsiteX2" fmla="*/ 2672952 w 2672952"/>
              <a:gd name="connsiteY2" fmla="*/ 1057553 h 2289533"/>
              <a:gd name="connsiteX3" fmla="*/ 2672952 w 2672952"/>
              <a:gd name="connsiteY3" fmla="*/ 1057699 h 2289533"/>
              <a:gd name="connsiteX4" fmla="*/ 2672952 w 2672952"/>
              <a:gd name="connsiteY4" fmla="*/ 1231980 h 2289533"/>
              <a:gd name="connsiteX5" fmla="*/ 1615400 w 2672952"/>
              <a:gd name="connsiteY5" fmla="*/ 2289533 h 2289533"/>
              <a:gd name="connsiteX6" fmla="*/ 136057 w 2672952"/>
              <a:gd name="connsiteY6" fmla="*/ 2289533 h 2289533"/>
              <a:gd name="connsiteX7" fmla="*/ 0 w 2672952"/>
              <a:gd name="connsiteY7" fmla="*/ 2153476 h 2289533"/>
              <a:gd name="connsiteX8" fmla="*/ 0 w 2672952"/>
              <a:gd name="connsiteY8" fmla="*/ 136057 h 2289533"/>
              <a:gd name="connsiteX9" fmla="*/ 136057 w 2672952"/>
              <a:gd name="connsiteY9" fmla="*/ 0 h 22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2952" h="2289533">
                <a:moveTo>
                  <a:pt x="136057" y="0"/>
                </a:moveTo>
                <a:lnTo>
                  <a:pt x="1615400" y="0"/>
                </a:lnTo>
                <a:cubicBezTo>
                  <a:pt x="2199463" y="0"/>
                  <a:pt x="2672952" y="473489"/>
                  <a:pt x="2672952" y="1057553"/>
                </a:cubicBezTo>
                <a:lnTo>
                  <a:pt x="2672952" y="1057699"/>
                </a:lnTo>
                <a:lnTo>
                  <a:pt x="2672952" y="1231980"/>
                </a:lnTo>
                <a:cubicBezTo>
                  <a:pt x="2672952" y="1816044"/>
                  <a:pt x="2199463" y="2289533"/>
                  <a:pt x="1615400" y="2289533"/>
                </a:cubicBezTo>
                <a:lnTo>
                  <a:pt x="136057" y="2289533"/>
                </a:lnTo>
                <a:cubicBezTo>
                  <a:pt x="60925" y="2289533"/>
                  <a:pt x="0" y="2228608"/>
                  <a:pt x="0" y="2153476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gradFill flip="none" rotWithShape="1">
            <a:gsLst>
              <a:gs pos="0">
                <a:srgbClr val="FDCE7A">
                  <a:tint val="66000"/>
                  <a:satMod val="160000"/>
                </a:srgbClr>
              </a:gs>
              <a:gs pos="100000">
                <a:srgbClr val="FDCE7A">
                  <a:tint val="44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2B0C0DB-8A4B-B096-EB2A-145F358DE1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11198" y="1071073"/>
            <a:ext cx="2366654" cy="2287629"/>
          </a:xfrm>
          <a:custGeom>
            <a:avLst/>
            <a:gdLst>
              <a:gd name="connsiteX0" fmla="*/ 1181453 w 2366654"/>
              <a:gd name="connsiteY0" fmla="*/ 0 h 2287629"/>
              <a:gd name="connsiteX1" fmla="*/ 1955761 w 2366654"/>
              <a:gd name="connsiteY1" fmla="*/ 0 h 2287629"/>
              <a:gd name="connsiteX2" fmla="*/ 1978462 w 2366654"/>
              <a:gd name="connsiteY2" fmla="*/ 22408 h 2287629"/>
              <a:gd name="connsiteX3" fmla="*/ 1804327 w 2366654"/>
              <a:gd name="connsiteY3" fmla="*/ 482863 h 2287629"/>
              <a:gd name="connsiteX4" fmla="*/ 1804180 w 2366654"/>
              <a:gd name="connsiteY4" fmla="*/ 482716 h 2287629"/>
              <a:gd name="connsiteX5" fmla="*/ 2364957 w 2366654"/>
              <a:gd name="connsiteY5" fmla="*/ 2240910 h 2287629"/>
              <a:gd name="connsiteX6" fmla="*/ 2330687 w 2366654"/>
              <a:gd name="connsiteY6" fmla="*/ 2287629 h 2287629"/>
              <a:gd name="connsiteX7" fmla="*/ 35881 w 2366654"/>
              <a:gd name="connsiteY7" fmla="*/ 2287629 h 2287629"/>
              <a:gd name="connsiteX8" fmla="*/ 1757 w 2366654"/>
              <a:gd name="connsiteY8" fmla="*/ 2240764 h 2287629"/>
              <a:gd name="connsiteX9" fmla="*/ 573078 w 2366654"/>
              <a:gd name="connsiteY9" fmla="*/ 482716 h 2287629"/>
              <a:gd name="connsiteX10" fmla="*/ 1181453 w 2366654"/>
              <a:gd name="connsiteY10" fmla="*/ 0 h 228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66654" h="2287629">
                <a:moveTo>
                  <a:pt x="1181453" y="0"/>
                </a:moveTo>
                <a:lnTo>
                  <a:pt x="1955761" y="0"/>
                </a:lnTo>
                <a:cubicBezTo>
                  <a:pt x="1968210" y="0"/>
                  <a:pt x="1978462" y="10105"/>
                  <a:pt x="1978462" y="22408"/>
                </a:cubicBezTo>
                <a:cubicBezTo>
                  <a:pt x="1980366" y="245166"/>
                  <a:pt x="2008925" y="395575"/>
                  <a:pt x="1804327" y="482863"/>
                </a:cubicBezTo>
                <a:lnTo>
                  <a:pt x="1804180" y="482716"/>
                </a:lnTo>
                <a:lnTo>
                  <a:pt x="2364957" y="2240910"/>
                </a:lnTo>
                <a:cubicBezTo>
                  <a:pt x="2372280" y="2264050"/>
                  <a:pt x="2354998" y="2287629"/>
                  <a:pt x="2330687" y="2287629"/>
                </a:cubicBezTo>
                <a:lnTo>
                  <a:pt x="35881" y="2287629"/>
                </a:lnTo>
                <a:cubicBezTo>
                  <a:pt x="11569" y="2287629"/>
                  <a:pt x="-5712" y="2263903"/>
                  <a:pt x="1757" y="2240764"/>
                </a:cubicBezTo>
                <a:lnTo>
                  <a:pt x="573078" y="482716"/>
                </a:lnTo>
                <a:cubicBezTo>
                  <a:pt x="667395" y="192588"/>
                  <a:pt x="910072" y="0"/>
                  <a:pt x="1181453" y="0"/>
                </a:cubicBezTo>
                <a:close/>
              </a:path>
            </a:pathLst>
          </a:custGeom>
          <a:solidFill>
            <a:srgbClr val="3BABE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0E62020-F726-BEA8-AD5C-3655228504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27149" y="3469861"/>
            <a:ext cx="3039611" cy="2317946"/>
          </a:xfrm>
          <a:custGeom>
            <a:avLst/>
            <a:gdLst>
              <a:gd name="connsiteX0" fmla="*/ 96058 w 3039611"/>
              <a:gd name="connsiteY0" fmla="*/ 0 h 2317946"/>
              <a:gd name="connsiteX1" fmla="*/ 2372556 w 3039611"/>
              <a:gd name="connsiteY1" fmla="*/ 0 h 2317946"/>
              <a:gd name="connsiteX2" fmla="*/ 2449592 w 3039611"/>
              <a:gd name="connsiteY2" fmla="*/ 58143 h 2317946"/>
              <a:gd name="connsiteX3" fmla="*/ 3022817 w 3039611"/>
              <a:gd name="connsiteY3" fmla="*/ 1883267 h 2317946"/>
              <a:gd name="connsiteX4" fmla="*/ 2777651 w 3039611"/>
              <a:gd name="connsiteY4" fmla="*/ 2304325 h 2317946"/>
              <a:gd name="connsiteX5" fmla="*/ 81705 w 3039611"/>
              <a:gd name="connsiteY5" fmla="*/ 2317945 h 2317946"/>
              <a:gd name="connsiteX6" fmla="*/ 23855 w 3039611"/>
              <a:gd name="connsiteY6" fmla="*/ 2174420 h 2317946"/>
              <a:gd name="connsiteX7" fmla="*/ 407915 w 3039611"/>
              <a:gd name="connsiteY7" fmla="*/ 1301838 h 2317946"/>
              <a:gd name="connsiteX8" fmla="*/ 414887 w 3039611"/>
              <a:gd name="connsiteY8" fmla="*/ 1151210 h 2317946"/>
              <a:gd name="connsiteX9" fmla="*/ 414890 w 3039611"/>
              <a:gd name="connsiteY9" fmla="*/ 1151284 h 2317946"/>
              <a:gd name="connsiteX10" fmla="*/ 414890 w 3039611"/>
              <a:gd name="connsiteY10" fmla="*/ 1151137 h 2317946"/>
              <a:gd name="connsiteX11" fmla="*/ 414887 w 3039611"/>
              <a:gd name="connsiteY11" fmla="*/ 1151210 h 2317946"/>
              <a:gd name="connsiteX12" fmla="*/ 408183 w 3039611"/>
              <a:gd name="connsiteY12" fmla="*/ 1003562 h 2317946"/>
              <a:gd name="connsiteX13" fmla="*/ 38061 w 3039611"/>
              <a:gd name="connsiteY13" fmla="*/ 143087 h 2317946"/>
              <a:gd name="connsiteX14" fmla="*/ 18876 w 3039611"/>
              <a:gd name="connsiteY14" fmla="*/ 58289 h 2317946"/>
              <a:gd name="connsiteX15" fmla="*/ 96058 w 3039611"/>
              <a:gd name="connsiteY15" fmla="*/ 0 h 231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39611" h="2317946">
                <a:moveTo>
                  <a:pt x="96058" y="0"/>
                </a:moveTo>
                <a:lnTo>
                  <a:pt x="2372556" y="0"/>
                </a:lnTo>
                <a:cubicBezTo>
                  <a:pt x="2407559" y="0"/>
                  <a:pt x="2438608" y="23579"/>
                  <a:pt x="2449592" y="58143"/>
                </a:cubicBezTo>
                <a:lnTo>
                  <a:pt x="3022817" y="1883267"/>
                </a:lnTo>
                <a:cubicBezTo>
                  <a:pt x="3086671" y="2086693"/>
                  <a:pt x="2960573" y="2303447"/>
                  <a:pt x="2777651" y="2304325"/>
                </a:cubicBezTo>
                <a:lnTo>
                  <a:pt x="81705" y="2317945"/>
                </a:lnTo>
                <a:cubicBezTo>
                  <a:pt x="9210" y="2318385"/>
                  <a:pt x="-27258" y="2227729"/>
                  <a:pt x="23855" y="2174420"/>
                </a:cubicBezTo>
                <a:cubicBezTo>
                  <a:pt x="233506" y="1955799"/>
                  <a:pt x="375654" y="1648259"/>
                  <a:pt x="407915" y="1301838"/>
                </a:cubicBezTo>
                <a:lnTo>
                  <a:pt x="414887" y="1151210"/>
                </a:lnTo>
                <a:lnTo>
                  <a:pt x="414890" y="1151284"/>
                </a:lnTo>
                <a:lnTo>
                  <a:pt x="414890" y="1151137"/>
                </a:lnTo>
                <a:lnTo>
                  <a:pt x="414887" y="1151210"/>
                </a:lnTo>
                <a:lnTo>
                  <a:pt x="408183" y="1003562"/>
                </a:lnTo>
                <a:cubicBezTo>
                  <a:pt x="377157" y="663849"/>
                  <a:pt x="240408" y="361195"/>
                  <a:pt x="38061" y="143087"/>
                </a:cubicBezTo>
                <a:cubicBezTo>
                  <a:pt x="17118" y="120533"/>
                  <a:pt x="9649" y="88020"/>
                  <a:pt x="18876" y="58289"/>
                </a:cubicBezTo>
                <a:cubicBezTo>
                  <a:pt x="29713" y="23579"/>
                  <a:pt x="60908" y="0"/>
                  <a:pt x="96058" y="0"/>
                </a:cubicBezTo>
                <a:close/>
              </a:path>
            </a:pathLst>
          </a:custGeom>
          <a:solidFill>
            <a:srgbClr val="BDE5F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6AC9FA-A3B2-2C0A-1CC7-DEFA4C97B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" b="22327"/>
          <a:stretch>
            <a:fillRect/>
          </a:stretch>
        </p:blipFill>
        <p:spPr>
          <a:xfrm>
            <a:off x="10633374" y="107047"/>
            <a:ext cx="1439564" cy="432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4D5B583-AB61-5E68-8420-D95D965E74F3}"/>
              </a:ext>
            </a:extLst>
          </p:cNvPr>
          <p:cNvSpPr/>
          <p:nvPr userDrawn="1"/>
        </p:nvSpPr>
        <p:spPr>
          <a:xfrm>
            <a:off x="11380796" y="6547310"/>
            <a:ext cx="811205" cy="310691"/>
          </a:xfrm>
          <a:custGeom>
            <a:avLst/>
            <a:gdLst>
              <a:gd name="connsiteX0" fmla="*/ 48295 w 811205"/>
              <a:gd name="connsiteY0" fmla="*/ 30 h 310691"/>
              <a:gd name="connsiteX1" fmla="*/ 762770 w 811205"/>
              <a:gd name="connsiteY1" fmla="*/ 30 h 310691"/>
              <a:gd name="connsiteX2" fmla="*/ 811156 w 811205"/>
              <a:gd name="connsiteY2" fmla="*/ 48367 h 310691"/>
              <a:gd name="connsiteX3" fmla="*/ 811205 w 811205"/>
              <a:gd name="connsiteY3" fmla="*/ 48367 h 310691"/>
              <a:gd name="connsiteX4" fmla="*/ 811205 w 811205"/>
              <a:gd name="connsiteY4" fmla="*/ 310691 h 310691"/>
              <a:gd name="connsiteX5" fmla="*/ 78131 w 811205"/>
              <a:gd name="connsiteY5" fmla="*/ 310691 h 310691"/>
              <a:gd name="connsiteX6" fmla="*/ 1886 w 811205"/>
              <a:gd name="connsiteY6" fmla="*/ 56472 h 310691"/>
              <a:gd name="connsiteX7" fmla="*/ 1935 w 811205"/>
              <a:gd name="connsiteY7" fmla="*/ 31513 h 310691"/>
              <a:gd name="connsiteX8" fmla="*/ 48295 w 811205"/>
              <a:gd name="connsiteY8" fmla="*/ 30 h 31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1205" h="310691">
                <a:moveTo>
                  <a:pt x="48295" y="30"/>
                </a:moveTo>
                <a:lnTo>
                  <a:pt x="762770" y="30"/>
                </a:lnTo>
                <a:cubicBezTo>
                  <a:pt x="789113" y="-909"/>
                  <a:pt x="811156" y="21233"/>
                  <a:pt x="811156" y="48367"/>
                </a:cubicBezTo>
                <a:lnTo>
                  <a:pt x="811205" y="48367"/>
                </a:lnTo>
                <a:lnTo>
                  <a:pt x="811205" y="310691"/>
                </a:lnTo>
                <a:lnTo>
                  <a:pt x="78131" y="310691"/>
                </a:lnTo>
                <a:lnTo>
                  <a:pt x="1886" y="56472"/>
                </a:lnTo>
                <a:cubicBezTo>
                  <a:pt x="-536" y="48317"/>
                  <a:pt x="-734" y="39569"/>
                  <a:pt x="1935" y="31513"/>
                </a:cubicBezTo>
                <a:cubicBezTo>
                  <a:pt x="8261" y="12534"/>
                  <a:pt x="26449" y="-712"/>
                  <a:pt x="48295" y="30"/>
                </a:cubicBezTo>
                <a:close/>
              </a:path>
            </a:pathLst>
          </a:custGeom>
          <a:solidFill>
            <a:srgbClr val="F2B9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3CC7-11F8-62D0-95B0-2330B6F2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D4EAA8-961B-4D44-8B5F-F601C99E4A1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808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Cover Content Characters Count. 68 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- 48</a:t>
            </a:r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928CB1-06AD-9AF1-6D3B-D7FFB24558A4}"/>
              </a:ext>
            </a:extLst>
          </p:cNvPr>
          <p:cNvSpPr/>
          <p:nvPr userDrawn="1"/>
        </p:nvSpPr>
        <p:spPr>
          <a:xfrm>
            <a:off x="672584" y="1028700"/>
            <a:ext cx="4392529" cy="557302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Picture Placeholder 26">
            <a:extLst>
              <a:ext uri="{FF2B5EF4-FFF2-40B4-BE49-F238E27FC236}">
                <a16:creationId xmlns:a16="http://schemas.microsoft.com/office/drawing/2014/main" id="{4B09EAEF-AB73-DA3D-664E-3B20354DE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696" y="1583095"/>
            <a:ext cx="4484189" cy="4543100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87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3"/>
            <a:ext cx="7019025" cy="1475902"/>
          </a:xfrm>
        </p:spPr>
        <p:txBody>
          <a:bodyPr vert="horz" lIns="91440" tIns="45720" rIns="91440" bIns="45720" rtlCol="0" anchor="t">
            <a:normAutofit lnSpcReduction="10000"/>
          </a:bodyPr>
          <a:lstStyle>
            <a:lvl1pPr>
              <a:defRPr lang="en-IN" sz="2800" b="1" dirty="0">
                <a:solidFill>
                  <a:srgbClr val="036DAB"/>
                </a:solidFill>
              </a:defRPr>
            </a:lvl1pPr>
          </a:lstStyle>
          <a:p>
            <a:pPr marL="0" lvl="0"/>
            <a:r>
              <a:rPr lang="en-US"/>
              <a:t>Presentation Cover Content Characters Count. 28 Font name: Arial Text Size - 48</a:t>
            </a:r>
            <a:endParaRPr lang="en-IN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E065970-2AE6-19C3-AFF9-B0D18650DFF2}"/>
              </a:ext>
            </a:extLst>
          </p:cNvPr>
          <p:cNvSpPr/>
          <p:nvPr userDrawn="1"/>
        </p:nvSpPr>
        <p:spPr>
          <a:xfrm>
            <a:off x="672584" y="1028700"/>
            <a:ext cx="4392529" cy="557302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Picture Placeholder 26">
            <a:extLst>
              <a:ext uri="{FF2B5EF4-FFF2-40B4-BE49-F238E27FC236}">
                <a16:creationId xmlns:a16="http://schemas.microsoft.com/office/drawing/2014/main" id="{9C9B4769-D236-6E6F-6B46-5A65C3AD82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696" y="1583095"/>
            <a:ext cx="4484189" cy="4543100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96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030C-F2FC-ACAE-AE73-4A835FBDAB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B47ED-2176-AF01-B610-A9486C2545BD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008080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20ABEA-AF50-129F-2DA3-F912B1A17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3" y="1023938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Cover Content Characters Count. 68 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928CB1-06AD-9AF1-6D3B-D7FFB24558A4}"/>
              </a:ext>
            </a:extLst>
          </p:cNvPr>
          <p:cNvSpPr/>
          <p:nvPr userDrawn="1"/>
        </p:nvSpPr>
        <p:spPr>
          <a:xfrm>
            <a:off x="672238" y="1028700"/>
            <a:ext cx="4394681" cy="557575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Picture Placeholder 26">
            <a:extLst>
              <a:ext uri="{FF2B5EF4-FFF2-40B4-BE49-F238E27FC236}">
                <a16:creationId xmlns:a16="http://schemas.microsoft.com/office/drawing/2014/main" id="{4B09EAEF-AB73-DA3D-664E-3B20354DE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350" y="1583599"/>
            <a:ext cx="4486386" cy="4545326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69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Cover Content Characters Count. 68 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928CB1-06AD-9AF1-6D3B-D7FFB24558A4}"/>
              </a:ext>
            </a:extLst>
          </p:cNvPr>
          <p:cNvSpPr/>
          <p:nvPr userDrawn="1"/>
        </p:nvSpPr>
        <p:spPr>
          <a:xfrm>
            <a:off x="672585" y="1009649"/>
            <a:ext cx="4409696" cy="55948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Picture Placeholder 26">
            <a:extLst>
              <a:ext uri="{FF2B5EF4-FFF2-40B4-BE49-F238E27FC236}">
                <a16:creationId xmlns:a16="http://schemas.microsoft.com/office/drawing/2014/main" id="{4B09EAEF-AB73-DA3D-664E-3B20354DE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696" y="1568069"/>
            <a:ext cx="4501715" cy="4560856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71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Cover Content Characters Count. 68 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928CB1-06AD-9AF1-6D3B-D7FFB24558A4}"/>
              </a:ext>
            </a:extLst>
          </p:cNvPr>
          <p:cNvSpPr/>
          <p:nvPr userDrawn="1"/>
        </p:nvSpPr>
        <p:spPr>
          <a:xfrm>
            <a:off x="657951" y="1030666"/>
            <a:ext cx="4395962" cy="5577385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Picture Placeholder 26">
            <a:extLst>
              <a:ext uri="{FF2B5EF4-FFF2-40B4-BE49-F238E27FC236}">
                <a16:creationId xmlns:a16="http://schemas.microsoft.com/office/drawing/2014/main" id="{4B09EAEF-AB73-DA3D-664E-3B20354DE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9062" y="1574640"/>
            <a:ext cx="4487694" cy="4546651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72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030C-F2FC-ACAE-AE73-4A835FBDAB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B47ED-2176-AF01-B610-A9486C2545BD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00AEAE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20ABEA-AF50-129F-2DA3-F912B1A17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3" y="1023938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76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030C-F2FC-ACAE-AE73-4A835FBDAB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B47ED-2176-AF01-B610-A9486C2545BD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FCA900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20ABEA-AF50-129F-2DA3-F912B1A17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3" y="1023938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82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030C-F2FC-ACAE-AE73-4A835FBDAB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B47ED-2176-AF01-B610-A9486C2545BD}"/>
              </a:ext>
            </a:extLst>
          </p:cNvPr>
          <p:cNvSpPr/>
          <p:nvPr userDrawn="1"/>
        </p:nvSpPr>
        <p:spPr>
          <a:xfrm>
            <a:off x="119063" y="1557624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036DAC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20ABEA-AF50-129F-2DA3-F912B1A17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5" y="1009651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22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B2BB0A-D9EE-DDC7-DE42-A8EB66471815}"/>
              </a:ext>
            </a:extLst>
          </p:cNvPr>
          <p:cNvSpPr/>
          <p:nvPr userDrawn="1"/>
        </p:nvSpPr>
        <p:spPr>
          <a:xfrm>
            <a:off x="4722029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D631FC-7F8A-9D95-E6D7-3ECA9846F91F}"/>
              </a:ext>
            </a:extLst>
          </p:cNvPr>
          <p:cNvSpPr/>
          <p:nvPr userDrawn="1"/>
        </p:nvSpPr>
        <p:spPr>
          <a:xfrm>
            <a:off x="8673543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7DEE20-F5A9-BA99-22C3-777C1955BEF8}"/>
              </a:ext>
            </a:extLst>
          </p:cNvPr>
          <p:cNvSpPr/>
          <p:nvPr userDrawn="1"/>
        </p:nvSpPr>
        <p:spPr>
          <a:xfrm>
            <a:off x="786844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92E47D9-5747-3873-953C-AF6E8988FE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9086" y="2087974"/>
            <a:ext cx="3256930" cy="3299684"/>
          </a:xfrm>
          <a:custGeom>
            <a:avLst/>
            <a:gdLst>
              <a:gd name="connsiteX0" fmla="*/ 193897 w 3256930"/>
              <a:gd name="connsiteY0" fmla="*/ 119 h 3299684"/>
              <a:gd name="connsiteX1" fmla="*/ 3062465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7 w 3256930"/>
              <a:gd name="connsiteY9" fmla="*/ 3106012 h 3299684"/>
              <a:gd name="connsiteX10" fmla="*/ 870757 w 3256930"/>
              <a:gd name="connsiteY10" fmla="*/ 3104823 h 3299684"/>
              <a:gd name="connsiteX11" fmla="*/ 7567 w 3256930"/>
              <a:gd name="connsiteY11" fmla="*/ 226732 h 3299684"/>
              <a:gd name="connsiteX12" fmla="*/ 7765 w 3256930"/>
              <a:gd name="connsiteY12" fmla="*/ 126521 h 3299684"/>
              <a:gd name="connsiteX13" fmla="*/ 193897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7" y="119"/>
                </a:moveTo>
                <a:lnTo>
                  <a:pt x="3062465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2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8079BCF8-3AB4-4571-503E-C1DB6D82B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72287" y="2087974"/>
            <a:ext cx="3256929" cy="3299684"/>
          </a:xfrm>
          <a:custGeom>
            <a:avLst/>
            <a:gdLst>
              <a:gd name="connsiteX0" fmla="*/ 193897 w 3256929"/>
              <a:gd name="connsiteY0" fmla="*/ 119 h 3299684"/>
              <a:gd name="connsiteX1" fmla="*/ 3062464 w 3256929"/>
              <a:gd name="connsiteY1" fmla="*/ 119 h 3299684"/>
              <a:gd name="connsiteX2" fmla="*/ 3256731 w 3256929"/>
              <a:gd name="connsiteY2" fmla="*/ 194189 h 3299684"/>
              <a:gd name="connsiteX3" fmla="*/ 3256929 w 3256929"/>
              <a:gd name="connsiteY3" fmla="*/ 194189 h 3299684"/>
              <a:gd name="connsiteX4" fmla="*/ 3256929 w 3256929"/>
              <a:gd name="connsiteY4" fmla="*/ 3116133 h 3299684"/>
              <a:gd name="connsiteX5" fmla="*/ 3073378 w 3256929"/>
              <a:gd name="connsiteY5" fmla="*/ 3299684 h 3299684"/>
              <a:gd name="connsiteX6" fmla="*/ 1062642 w 3256929"/>
              <a:gd name="connsiteY6" fmla="*/ 3299684 h 3299684"/>
              <a:gd name="connsiteX7" fmla="*/ 1053515 w 3256929"/>
              <a:gd name="connsiteY7" fmla="*/ 3299486 h 3299684"/>
              <a:gd name="connsiteX8" fmla="*/ 894171 w 3256929"/>
              <a:gd name="connsiteY8" fmla="*/ 3176259 h 3299684"/>
              <a:gd name="connsiteX9" fmla="*/ 870757 w 3256929"/>
              <a:gd name="connsiteY9" fmla="*/ 3106012 h 3299684"/>
              <a:gd name="connsiteX10" fmla="*/ 870757 w 3256929"/>
              <a:gd name="connsiteY10" fmla="*/ 3104823 h 3299684"/>
              <a:gd name="connsiteX11" fmla="*/ 7567 w 3256929"/>
              <a:gd name="connsiteY11" fmla="*/ 226732 h 3299684"/>
              <a:gd name="connsiteX12" fmla="*/ 7765 w 3256929"/>
              <a:gd name="connsiteY12" fmla="*/ 126521 h 3299684"/>
              <a:gd name="connsiteX13" fmla="*/ 193897 w 3256929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29" h="3299684">
                <a:moveTo>
                  <a:pt x="193897" y="119"/>
                </a:moveTo>
                <a:lnTo>
                  <a:pt x="3062464" y="119"/>
                </a:lnTo>
                <a:cubicBezTo>
                  <a:pt x="3168229" y="-3652"/>
                  <a:pt x="3256731" y="85247"/>
                  <a:pt x="3256731" y="194189"/>
                </a:cubicBezTo>
                <a:lnTo>
                  <a:pt x="3256929" y="194189"/>
                </a:lnTo>
                <a:lnTo>
                  <a:pt x="3256929" y="3116133"/>
                </a:lnTo>
                <a:cubicBezTo>
                  <a:pt x="3256929" y="3217533"/>
                  <a:pt x="3174778" y="3299684"/>
                  <a:pt x="3073378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1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444B9673-0D73-4F8B-11AD-A5C082F125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5486" y="2087974"/>
            <a:ext cx="3256930" cy="3299684"/>
          </a:xfrm>
          <a:custGeom>
            <a:avLst/>
            <a:gdLst>
              <a:gd name="connsiteX0" fmla="*/ 193898 w 3256930"/>
              <a:gd name="connsiteY0" fmla="*/ 119 h 3299684"/>
              <a:gd name="connsiteX1" fmla="*/ 3062464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8 w 3256930"/>
              <a:gd name="connsiteY9" fmla="*/ 3106012 h 3299684"/>
              <a:gd name="connsiteX10" fmla="*/ 870758 w 3256930"/>
              <a:gd name="connsiteY10" fmla="*/ 3104823 h 3299684"/>
              <a:gd name="connsiteX11" fmla="*/ 7568 w 3256930"/>
              <a:gd name="connsiteY11" fmla="*/ 226732 h 3299684"/>
              <a:gd name="connsiteX12" fmla="*/ 7765 w 3256930"/>
              <a:gd name="connsiteY12" fmla="*/ 126521 h 3299684"/>
              <a:gd name="connsiteX13" fmla="*/ 193898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8" y="119"/>
                </a:moveTo>
                <a:lnTo>
                  <a:pt x="3062464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4" y="3296113"/>
                  <a:pt x="917388" y="3245908"/>
                  <a:pt x="894172" y="3176259"/>
                </a:cubicBezTo>
                <a:lnTo>
                  <a:pt x="870758" y="3106012"/>
                </a:lnTo>
                <a:lnTo>
                  <a:pt x="870758" y="3104823"/>
                </a:lnTo>
                <a:lnTo>
                  <a:pt x="7568" y="226732"/>
                </a:lnTo>
                <a:cubicBezTo>
                  <a:pt x="-2155" y="193989"/>
                  <a:pt x="-2949" y="158866"/>
                  <a:pt x="7765" y="126521"/>
                </a:cubicBezTo>
                <a:cubicBezTo>
                  <a:pt x="33165" y="50322"/>
                  <a:pt x="106189" y="-2858"/>
                  <a:pt x="193898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58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B2BB0A-D9EE-DDC7-DE42-A8EB66471815}"/>
              </a:ext>
            </a:extLst>
          </p:cNvPr>
          <p:cNvSpPr/>
          <p:nvPr userDrawn="1"/>
        </p:nvSpPr>
        <p:spPr>
          <a:xfrm>
            <a:off x="4693454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D631FC-7F8A-9D95-E6D7-3ECA9846F91F}"/>
              </a:ext>
            </a:extLst>
          </p:cNvPr>
          <p:cNvSpPr/>
          <p:nvPr userDrawn="1"/>
        </p:nvSpPr>
        <p:spPr>
          <a:xfrm>
            <a:off x="8644968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7DEE20-F5A9-BA99-22C3-777C1955BEF8}"/>
              </a:ext>
            </a:extLst>
          </p:cNvPr>
          <p:cNvSpPr/>
          <p:nvPr userDrawn="1"/>
        </p:nvSpPr>
        <p:spPr>
          <a:xfrm>
            <a:off x="758269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92E47D9-5747-3873-953C-AF6E8988FE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0511" y="2087974"/>
            <a:ext cx="3256930" cy="3299684"/>
          </a:xfrm>
          <a:custGeom>
            <a:avLst/>
            <a:gdLst>
              <a:gd name="connsiteX0" fmla="*/ 193897 w 3256930"/>
              <a:gd name="connsiteY0" fmla="*/ 119 h 3299684"/>
              <a:gd name="connsiteX1" fmla="*/ 3062465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7 w 3256930"/>
              <a:gd name="connsiteY9" fmla="*/ 3106012 h 3299684"/>
              <a:gd name="connsiteX10" fmla="*/ 870757 w 3256930"/>
              <a:gd name="connsiteY10" fmla="*/ 3104823 h 3299684"/>
              <a:gd name="connsiteX11" fmla="*/ 7567 w 3256930"/>
              <a:gd name="connsiteY11" fmla="*/ 226732 h 3299684"/>
              <a:gd name="connsiteX12" fmla="*/ 7765 w 3256930"/>
              <a:gd name="connsiteY12" fmla="*/ 126521 h 3299684"/>
              <a:gd name="connsiteX13" fmla="*/ 193897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7" y="119"/>
                </a:moveTo>
                <a:lnTo>
                  <a:pt x="3062465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2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8079BCF8-3AB4-4571-503E-C1DB6D82B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3712" y="2087974"/>
            <a:ext cx="3256929" cy="3299684"/>
          </a:xfrm>
          <a:custGeom>
            <a:avLst/>
            <a:gdLst>
              <a:gd name="connsiteX0" fmla="*/ 193897 w 3256929"/>
              <a:gd name="connsiteY0" fmla="*/ 119 h 3299684"/>
              <a:gd name="connsiteX1" fmla="*/ 3062464 w 3256929"/>
              <a:gd name="connsiteY1" fmla="*/ 119 h 3299684"/>
              <a:gd name="connsiteX2" fmla="*/ 3256731 w 3256929"/>
              <a:gd name="connsiteY2" fmla="*/ 194189 h 3299684"/>
              <a:gd name="connsiteX3" fmla="*/ 3256929 w 3256929"/>
              <a:gd name="connsiteY3" fmla="*/ 194189 h 3299684"/>
              <a:gd name="connsiteX4" fmla="*/ 3256929 w 3256929"/>
              <a:gd name="connsiteY4" fmla="*/ 3116133 h 3299684"/>
              <a:gd name="connsiteX5" fmla="*/ 3073378 w 3256929"/>
              <a:gd name="connsiteY5" fmla="*/ 3299684 h 3299684"/>
              <a:gd name="connsiteX6" fmla="*/ 1062642 w 3256929"/>
              <a:gd name="connsiteY6" fmla="*/ 3299684 h 3299684"/>
              <a:gd name="connsiteX7" fmla="*/ 1053515 w 3256929"/>
              <a:gd name="connsiteY7" fmla="*/ 3299486 h 3299684"/>
              <a:gd name="connsiteX8" fmla="*/ 894171 w 3256929"/>
              <a:gd name="connsiteY8" fmla="*/ 3176259 h 3299684"/>
              <a:gd name="connsiteX9" fmla="*/ 870757 w 3256929"/>
              <a:gd name="connsiteY9" fmla="*/ 3106012 h 3299684"/>
              <a:gd name="connsiteX10" fmla="*/ 870757 w 3256929"/>
              <a:gd name="connsiteY10" fmla="*/ 3104823 h 3299684"/>
              <a:gd name="connsiteX11" fmla="*/ 7567 w 3256929"/>
              <a:gd name="connsiteY11" fmla="*/ 226732 h 3299684"/>
              <a:gd name="connsiteX12" fmla="*/ 7765 w 3256929"/>
              <a:gd name="connsiteY12" fmla="*/ 126521 h 3299684"/>
              <a:gd name="connsiteX13" fmla="*/ 193897 w 3256929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29" h="3299684">
                <a:moveTo>
                  <a:pt x="193897" y="119"/>
                </a:moveTo>
                <a:lnTo>
                  <a:pt x="3062464" y="119"/>
                </a:lnTo>
                <a:cubicBezTo>
                  <a:pt x="3168229" y="-3652"/>
                  <a:pt x="3256731" y="85247"/>
                  <a:pt x="3256731" y="194189"/>
                </a:cubicBezTo>
                <a:lnTo>
                  <a:pt x="3256929" y="194189"/>
                </a:lnTo>
                <a:lnTo>
                  <a:pt x="3256929" y="3116133"/>
                </a:lnTo>
                <a:cubicBezTo>
                  <a:pt x="3256929" y="3217533"/>
                  <a:pt x="3174778" y="3299684"/>
                  <a:pt x="3073378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1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444B9673-0D73-4F8B-11AD-A5C082F125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56911" y="2087974"/>
            <a:ext cx="3256930" cy="3299684"/>
          </a:xfrm>
          <a:custGeom>
            <a:avLst/>
            <a:gdLst>
              <a:gd name="connsiteX0" fmla="*/ 193898 w 3256930"/>
              <a:gd name="connsiteY0" fmla="*/ 119 h 3299684"/>
              <a:gd name="connsiteX1" fmla="*/ 3062464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8 w 3256930"/>
              <a:gd name="connsiteY9" fmla="*/ 3106012 h 3299684"/>
              <a:gd name="connsiteX10" fmla="*/ 870758 w 3256930"/>
              <a:gd name="connsiteY10" fmla="*/ 3104823 h 3299684"/>
              <a:gd name="connsiteX11" fmla="*/ 7568 w 3256930"/>
              <a:gd name="connsiteY11" fmla="*/ 226732 h 3299684"/>
              <a:gd name="connsiteX12" fmla="*/ 7765 w 3256930"/>
              <a:gd name="connsiteY12" fmla="*/ 126521 h 3299684"/>
              <a:gd name="connsiteX13" fmla="*/ 193898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8" y="119"/>
                </a:moveTo>
                <a:lnTo>
                  <a:pt x="3062464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4" y="3296113"/>
                  <a:pt x="917388" y="3245908"/>
                  <a:pt x="894172" y="3176259"/>
                </a:cubicBezTo>
                <a:lnTo>
                  <a:pt x="870758" y="3106012"/>
                </a:lnTo>
                <a:lnTo>
                  <a:pt x="870758" y="3104823"/>
                </a:lnTo>
                <a:lnTo>
                  <a:pt x="7568" y="226732"/>
                </a:lnTo>
                <a:cubicBezTo>
                  <a:pt x="-2155" y="193989"/>
                  <a:pt x="-2949" y="158866"/>
                  <a:pt x="7765" y="126521"/>
                </a:cubicBezTo>
                <a:cubicBezTo>
                  <a:pt x="33165" y="50322"/>
                  <a:pt x="106189" y="-2858"/>
                  <a:pt x="193898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934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B2BB0A-D9EE-DDC7-DE42-A8EB66471815}"/>
              </a:ext>
            </a:extLst>
          </p:cNvPr>
          <p:cNvSpPr/>
          <p:nvPr userDrawn="1"/>
        </p:nvSpPr>
        <p:spPr>
          <a:xfrm>
            <a:off x="4712504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D631FC-7F8A-9D95-E6D7-3ECA9846F91F}"/>
              </a:ext>
            </a:extLst>
          </p:cNvPr>
          <p:cNvSpPr/>
          <p:nvPr userDrawn="1"/>
        </p:nvSpPr>
        <p:spPr>
          <a:xfrm>
            <a:off x="8664018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7DEE20-F5A9-BA99-22C3-777C1955BEF8}"/>
              </a:ext>
            </a:extLst>
          </p:cNvPr>
          <p:cNvSpPr/>
          <p:nvPr userDrawn="1"/>
        </p:nvSpPr>
        <p:spPr>
          <a:xfrm>
            <a:off x="777319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92E47D9-5747-3873-953C-AF6E8988FE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9561" y="2087974"/>
            <a:ext cx="3256930" cy="3299684"/>
          </a:xfrm>
          <a:custGeom>
            <a:avLst/>
            <a:gdLst>
              <a:gd name="connsiteX0" fmla="*/ 193897 w 3256930"/>
              <a:gd name="connsiteY0" fmla="*/ 119 h 3299684"/>
              <a:gd name="connsiteX1" fmla="*/ 3062465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7 w 3256930"/>
              <a:gd name="connsiteY9" fmla="*/ 3106012 h 3299684"/>
              <a:gd name="connsiteX10" fmla="*/ 870757 w 3256930"/>
              <a:gd name="connsiteY10" fmla="*/ 3104823 h 3299684"/>
              <a:gd name="connsiteX11" fmla="*/ 7567 w 3256930"/>
              <a:gd name="connsiteY11" fmla="*/ 226732 h 3299684"/>
              <a:gd name="connsiteX12" fmla="*/ 7765 w 3256930"/>
              <a:gd name="connsiteY12" fmla="*/ 126521 h 3299684"/>
              <a:gd name="connsiteX13" fmla="*/ 193897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7" y="119"/>
                </a:moveTo>
                <a:lnTo>
                  <a:pt x="3062465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2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8079BCF8-3AB4-4571-503E-C1DB6D82B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62762" y="2087974"/>
            <a:ext cx="3256929" cy="3299684"/>
          </a:xfrm>
          <a:custGeom>
            <a:avLst/>
            <a:gdLst>
              <a:gd name="connsiteX0" fmla="*/ 193897 w 3256929"/>
              <a:gd name="connsiteY0" fmla="*/ 119 h 3299684"/>
              <a:gd name="connsiteX1" fmla="*/ 3062464 w 3256929"/>
              <a:gd name="connsiteY1" fmla="*/ 119 h 3299684"/>
              <a:gd name="connsiteX2" fmla="*/ 3256731 w 3256929"/>
              <a:gd name="connsiteY2" fmla="*/ 194189 h 3299684"/>
              <a:gd name="connsiteX3" fmla="*/ 3256929 w 3256929"/>
              <a:gd name="connsiteY3" fmla="*/ 194189 h 3299684"/>
              <a:gd name="connsiteX4" fmla="*/ 3256929 w 3256929"/>
              <a:gd name="connsiteY4" fmla="*/ 3116133 h 3299684"/>
              <a:gd name="connsiteX5" fmla="*/ 3073378 w 3256929"/>
              <a:gd name="connsiteY5" fmla="*/ 3299684 h 3299684"/>
              <a:gd name="connsiteX6" fmla="*/ 1062642 w 3256929"/>
              <a:gd name="connsiteY6" fmla="*/ 3299684 h 3299684"/>
              <a:gd name="connsiteX7" fmla="*/ 1053515 w 3256929"/>
              <a:gd name="connsiteY7" fmla="*/ 3299486 h 3299684"/>
              <a:gd name="connsiteX8" fmla="*/ 894171 w 3256929"/>
              <a:gd name="connsiteY8" fmla="*/ 3176259 h 3299684"/>
              <a:gd name="connsiteX9" fmla="*/ 870757 w 3256929"/>
              <a:gd name="connsiteY9" fmla="*/ 3106012 h 3299684"/>
              <a:gd name="connsiteX10" fmla="*/ 870757 w 3256929"/>
              <a:gd name="connsiteY10" fmla="*/ 3104823 h 3299684"/>
              <a:gd name="connsiteX11" fmla="*/ 7567 w 3256929"/>
              <a:gd name="connsiteY11" fmla="*/ 226732 h 3299684"/>
              <a:gd name="connsiteX12" fmla="*/ 7765 w 3256929"/>
              <a:gd name="connsiteY12" fmla="*/ 126521 h 3299684"/>
              <a:gd name="connsiteX13" fmla="*/ 193897 w 3256929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29" h="3299684">
                <a:moveTo>
                  <a:pt x="193897" y="119"/>
                </a:moveTo>
                <a:lnTo>
                  <a:pt x="3062464" y="119"/>
                </a:lnTo>
                <a:cubicBezTo>
                  <a:pt x="3168229" y="-3652"/>
                  <a:pt x="3256731" y="85247"/>
                  <a:pt x="3256731" y="194189"/>
                </a:cubicBezTo>
                <a:lnTo>
                  <a:pt x="3256929" y="194189"/>
                </a:lnTo>
                <a:lnTo>
                  <a:pt x="3256929" y="3116133"/>
                </a:lnTo>
                <a:cubicBezTo>
                  <a:pt x="3256929" y="3217533"/>
                  <a:pt x="3174778" y="3299684"/>
                  <a:pt x="3073378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1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444B9673-0D73-4F8B-11AD-A5C082F125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75961" y="2087974"/>
            <a:ext cx="3256930" cy="3299684"/>
          </a:xfrm>
          <a:custGeom>
            <a:avLst/>
            <a:gdLst>
              <a:gd name="connsiteX0" fmla="*/ 193898 w 3256930"/>
              <a:gd name="connsiteY0" fmla="*/ 119 h 3299684"/>
              <a:gd name="connsiteX1" fmla="*/ 3062464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8 w 3256930"/>
              <a:gd name="connsiteY9" fmla="*/ 3106012 h 3299684"/>
              <a:gd name="connsiteX10" fmla="*/ 870758 w 3256930"/>
              <a:gd name="connsiteY10" fmla="*/ 3104823 h 3299684"/>
              <a:gd name="connsiteX11" fmla="*/ 7568 w 3256930"/>
              <a:gd name="connsiteY11" fmla="*/ 226732 h 3299684"/>
              <a:gd name="connsiteX12" fmla="*/ 7765 w 3256930"/>
              <a:gd name="connsiteY12" fmla="*/ 126521 h 3299684"/>
              <a:gd name="connsiteX13" fmla="*/ 193898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8" y="119"/>
                </a:moveTo>
                <a:lnTo>
                  <a:pt x="3062464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4" y="3296113"/>
                  <a:pt x="917388" y="3245908"/>
                  <a:pt x="894172" y="3176259"/>
                </a:cubicBezTo>
                <a:lnTo>
                  <a:pt x="870758" y="3106012"/>
                </a:lnTo>
                <a:lnTo>
                  <a:pt x="870758" y="3104823"/>
                </a:lnTo>
                <a:lnTo>
                  <a:pt x="7568" y="226732"/>
                </a:lnTo>
                <a:cubicBezTo>
                  <a:pt x="-2155" y="193989"/>
                  <a:pt x="-2949" y="158866"/>
                  <a:pt x="7765" y="126521"/>
                </a:cubicBezTo>
                <a:cubicBezTo>
                  <a:pt x="33165" y="50322"/>
                  <a:pt x="106189" y="-2858"/>
                  <a:pt x="193898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362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B2BB0A-D9EE-DDC7-DE42-A8EB66471815}"/>
              </a:ext>
            </a:extLst>
          </p:cNvPr>
          <p:cNvSpPr/>
          <p:nvPr userDrawn="1"/>
        </p:nvSpPr>
        <p:spPr>
          <a:xfrm>
            <a:off x="4817279" y="1513840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D631FC-7F8A-9D95-E6D7-3ECA9846F91F}"/>
              </a:ext>
            </a:extLst>
          </p:cNvPr>
          <p:cNvSpPr/>
          <p:nvPr userDrawn="1"/>
        </p:nvSpPr>
        <p:spPr>
          <a:xfrm>
            <a:off x="8768793" y="1513840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7DEE20-F5A9-BA99-22C3-777C1955BEF8}"/>
              </a:ext>
            </a:extLst>
          </p:cNvPr>
          <p:cNvSpPr/>
          <p:nvPr userDrawn="1"/>
        </p:nvSpPr>
        <p:spPr>
          <a:xfrm>
            <a:off x="882094" y="1513840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92E47D9-5747-3873-953C-AF6E8988FE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4336" y="2044476"/>
            <a:ext cx="3256930" cy="3299684"/>
          </a:xfrm>
          <a:custGeom>
            <a:avLst/>
            <a:gdLst>
              <a:gd name="connsiteX0" fmla="*/ 193897 w 3256930"/>
              <a:gd name="connsiteY0" fmla="*/ 119 h 3299684"/>
              <a:gd name="connsiteX1" fmla="*/ 3062465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7 w 3256930"/>
              <a:gd name="connsiteY9" fmla="*/ 3106012 h 3299684"/>
              <a:gd name="connsiteX10" fmla="*/ 870757 w 3256930"/>
              <a:gd name="connsiteY10" fmla="*/ 3104823 h 3299684"/>
              <a:gd name="connsiteX11" fmla="*/ 7567 w 3256930"/>
              <a:gd name="connsiteY11" fmla="*/ 226732 h 3299684"/>
              <a:gd name="connsiteX12" fmla="*/ 7765 w 3256930"/>
              <a:gd name="connsiteY12" fmla="*/ 126521 h 3299684"/>
              <a:gd name="connsiteX13" fmla="*/ 193897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7" y="119"/>
                </a:moveTo>
                <a:lnTo>
                  <a:pt x="3062465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2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8079BCF8-3AB4-4571-503E-C1DB6D82B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67537" y="2044476"/>
            <a:ext cx="3256929" cy="3299684"/>
          </a:xfrm>
          <a:custGeom>
            <a:avLst/>
            <a:gdLst>
              <a:gd name="connsiteX0" fmla="*/ 193897 w 3256929"/>
              <a:gd name="connsiteY0" fmla="*/ 119 h 3299684"/>
              <a:gd name="connsiteX1" fmla="*/ 3062464 w 3256929"/>
              <a:gd name="connsiteY1" fmla="*/ 119 h 3299684"/>
              <a:gd name="connsiteX2" fmla="*/ 3256731 w 3256929"/>
              <a:gd name="connsiteY2" fmla="*/ 194189 h 3299684"/>
              <a:gd name="connsiteX3" fmla="*/ 3256929 w 3256929"/>
              <a:gd name="connsiteY3" fmla="*/ 194189 h 3299684"/>
              <a:gd name="connsiteX4" fmla="*/ 3256929 w 3256929"/>
              <a:gd name="connsiteY4" fmla="*/ 3116133 h 3299684"/>
              <a:gd name="connsiteX5" fmla="*/ 3073378 w 3256929"/>
              <a:gd name="connsiteY5" fmla="*/ 3299684 h 3299684"/>
              <a:gd name="connsiteX6" fmla="*/ 1062642 w 3256929"/>
              <a:gd name="connsiteY6" fmla="*/ 3299684 h 3299684"/>
              <a:gd name="connsiteX7" fmla="*/ 1053515 w 3256929"/>
              <a:gd name="connsiteY7" fmla="*/ 3299486 h 3299684"/>
              <a:gd name="connsiteX8" fmla="*/ 894171 w 3256929"/>
              <a:gd name="connsiteY8" fmla="*/ 3176259 h 3299684"/>
              <a:gd name="connsiteX9" fmla="*/ 870757 w 3256929"/>
              <a:gd name="connsiteY9" fmla="*/ 3106012 h 3299684"/>
              <a:gd name="connsiteX10" fmla="*/ 870757 w 3256929"/>
              <a:gd name="connsiteY10" fmla="*/ 3104823 h 3299684"/>
              <a:gd name="connsiteX11" fmla="*/ 7567 w 3256929"/>
              <a:gd name="connsiteY11" fmla="*/ 226732 h 3299684"/>
              <a:gd name="connsiteX12" fmla="*/ 7765 w 3256929"/>
              <a:gd name="connsiteY12" fmla="*/ 126521 h 3299684"/>
              <a:gd name="connsiteX13" fmla="*/ 193897 w 3256929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29" h="3299684">
                <a:moveTo>
                  <a:pt x="193897" y="119"/>
                </a:moveTo>
                <a:lnTo>
                  <a:pt x="3062464" y="119"/>
                </a:lnTo>
                <a:cubicBezTo>
                  <a:pt x="3168229" y="-3652"/>
                  <a:pt x="3256731" y="85247"/>
                  <a:pt x="3256731" y="194189"/>
                </a:cubicBezTo>
                <a:lnTo>
                  <a:pt x="3256929" y="194189"/>
                </a:lnTo>
                <a:lnTo>
                  <a:pt x="3256929" y="3116133"/>
                </a:lnTo>
                <a:cubicBezTo>
                  <a:pt x="3256929" y="3217533"/>
                  <a:pt x="3174778" y="3299684"/>
                  <a:pt x="3073378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1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444B9673-0D73-4F8B-11AD-A5C082F125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80736" y="2044476"/>
            <a:ext cx="3256930" cy="3299684"/>
          </a:xfrm>
          <a:custGeom>
            <a:avLst/>
            <a:gdLst>
              <a:gd name="connsiteX0" fmla="*/ 193898 w 3256930"/>
              <a:gd name="connsiteY0" fmla="*/ 119 h 3299684"/>
              <a:gd name="connsiteX1" fmla="*/ 3062464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8 w 3256930"/>
              <a:gd name="connsiteY9" fmla="*/ 3106012 h 3299684"/>
              <a:gd name="connsiteX10" fmla="*/ 870758 w 3256930"/>
              <a:gd name="connsiteY10" fmla="*/ 3104823 h 3299684"/>
              <a:gd name="connsiteX11" fmla="*/ 7568 w 3256930"/>
              <a:gd name="connsiteY11" fmla="*/ 226732 h 3299684"/>
              <a:gd name="connsiteX12" fmla="*/ 7765 w 3256930"/>
              <a:gd name="connsiteY12" fmla="*/ 126521 h 3299684"/>
              <a:gd name="connsiteX13" fmla="*/ 193898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8" y="119"/>
                </a:moveTo>
                <a:lnTo>
                  <a:pt x="3062464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4" y="3296113"/>
                  <a:pt x="917388" y="3245908"/>
                  <a:pt x="894172" y="3176259"/>
                </a:cubicBezTo>
                <a:lnTo>
                  <a:pt x="870758" y="3106012"/>
                </a:lnTo>
                <a:lnTo>
                  <a:pt x="870758" y="3104823"/>
                </a:lnTo>
                <a:lnTo>
                  <a:pt x="7568" y="226732"/>
                </a:lnTo>
                <a:cubicBezTo>
                  <a:pt x="-2155" y="193989"/>
                  <a:pt x="-2949" y="158866"/>
                  <a:pt x="7765" y="126521"/>
                </a:cubicBezTo>
                <a:cubicBezTo>
                  <a:pt x="33165" y="50322"/>
                  <a:pt x="106189" y="-2858"/>
                  <a:pt x="193898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39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9B4FAC-4A05-94AE-C476-58DE5BD57877}"/>
              </a:ext>
            </a:extLst>
          </p:cNvPr>
          <p:cNvSpPr/>
          <p:nvPr userDrawn="1"/>
        </p:nvSpPr>
        <p:spPr>
          <a:xfrm>
            <a:off x="166733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D5C060F-DE61-86E3-B640-3C8F6E27D4D4}"/>
              </a:ext>
            </a:extLst>
          </p:cNvPr>
          <p:cNvSpPr/>
          <p:nvPr userDrawn="1"/>
        </p:nvSpPr>
        <p:spPr>
          <a:xfrm>
            <a:off x="749939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ADC8A36-664D-0356-FA32-78E157F673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650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7272DA7-B99D-CAC9-9C55-5517F4359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4372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42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9B4FAC-4A05-94AE-C476-58DE5BD57877}"/>
              </a:ext>
            </a:extLst>
          </p:cNvPr>
          <p:cNvSpPr/>
          <p:nvPr userDrawn="1"/>
        </p:nvSpPr>
        <p:spPr>
          <a:xfrm>
            <a:off x="166733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D5C060F-DE61-86E3-B640-3C8F6E27D4D4}"/>
              </a:ext>
            </a:extLst>
          </p:cNvPr>
          <p:cNvSpPr/>
          <p:nvPr userDrawn="1"/>
        </p:nvSpPr>
        <p:spPr>
          <a:xfrm>
            <a:off x="749939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ADC8A36-664D-0356-FA32-78E157F673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650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7272DA7-B99D-CAC9-9C55-5517F4359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4372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274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9B4FAC-4A05-94AE-C476-58DE5BD57877}"/>
              </a:ext>
            </a:extLst>
          </p:cNvPr>
          <p:cNvSpPr/>
          <p:nvPr userDrawn="1"/>
        </p:nvSpPr>
        <p:spPr>
          <a:xfrm>
            <a:off x="166733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D5C060F-DE61-86E3-B640-3C8F6E27D4D4}"/>
              </a:ext>
            </a:extLst>
          </p:cNvPr>
          <p:cNvSpPr/>
          <p:nvPr userDrawn="1"/>
        </p:nvSpPr>
        <p:spPr>
          <a:xfrm>
            <a:off x="749939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ADC8A36-664D-0356-FA32-78E157F673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650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7272DA7-B99D-CAC9-9C55-5517F4359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4372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6067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9B4FAC-4A05-94AE-C476-58DE5BD57877}"/>
              </a:ext>
            </a:extLst>
          </p:cNvPr>
          <p:cNvSpPr/>
          <p:nvPr userDrawn="1"/>
        </p:nvSpPr>
        <p:spPr>
          <a:xfrm>
            <a:off x="166733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D5C060F-DE61-86E3-B640-3C8F6E27D4D4}"/>
              </a:ext>
            </a:extLst>
          </p:cNvPr>
          <p:cNvSpPr/>
          <p:nvPr userDrawn="1"/>
        </p:nvSpPr>
        <p:spPr>
          <a:xfrm>
            <a:off x="749939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ADC8A36-664D-0356-FA32-78E157F673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650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7272DA7-B99D-CAC9-9C55-5517F4359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4372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29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281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74675"/>
            <a:ext cx="5976938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5803662-0148-A882-C955-8CFD77672D4D}"/>
              </a:ext>
            </a:extLst>
          </p:cNvPr>
          <p:cNvSpPr/>
          <p:nvPr userDrawn="1"/>
        </p:nvSpPr>
        <p:spPr>
          <a:xfrm>
            <a:off x="3646633" y="3660082"/>
            <a:ext cx="2274718" cy="228646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3BABE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solidFill>
                <a:schemeClr val="lt1"/>
              </a:solidFill>
              <a:latin typeface="+mj-lt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095FA45-CCD5-BCA6-2C63-09B4D0AC1EED}"/>
              </a:ext>
            </a:extLst>
          </p:cNvPr>
          <p:cNvSpPr/>
          <p:nvPr userDrawn="1"/>
        </p:nvSpPr>
        <p:spPr>
          <a:xfrm>
            <a:off x="354793" y="3660082"/>
            <a:ext cx="2274718" cy="228646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3BABE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solidFill>
                <a:schemeClr val="lt1"/>
              </a:solidFill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038ADD5-7C47-AE12-33DC-98E749D5D3CF}"/>
              </a:ext>
            </a:extLst>
          </p:cNvPr>
          <p:cNvSpPr/>
          <p:nvPr userDrawn="1"/>
        </p:nvSpPr>
        <p:spPr>
          <a:xfrm>
            <a:off x="232333" y="886075"/>
            <a:ext cx="2274718" cy="228646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036DAC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E5C332-3B9F-169C-2359-DAC7160750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602" y="886075"/>
            <a:ext cx="2274720" cy="2286465"/>
          </a:xfrm>
          <a:custGeom>
            <a:avLst/>
            <a:gdLst>
              <a:gd name="connsiteX0" fmla="*/ 135383 w 2274720"/>
              <a:gd name="connsiteY0" fmla="*/ 83 h 2286465"/>
              <a:gd name="connsiteX1" fmla="*/ 2138900 w 2274720"/>
              <a:gd name="connsiteY1" fmla="*/ 83 h 2286465"/>
              <a:gd name="connsiteX2" fmla="*/ 2274651 w 2274720"/>
              <a:gd name="connsiteY2" fmla="*/ 134567 h 2286465"/>
              <a:gd name="connsiteX3" fmla="*/ 2274720 w 2274720"/>
              <a:gd name="connsiteY3" fmla="*/ 134498 h 2286465"/>
              <a:gd name="connsiteX4" fmla="*/ 2274720 w 2274720"/>
              <a:gd name="connsiteY4" fmla="*/ 2159318 h 2286465"/>
              <a:gd name="connsiteX5" fmla="*/ 2146571 w 2274720"/>
              <a:gd name="connsiteY5" fmla="*/ 2286465 h 2286465"/>
              <a:gd name="connsiteX6" fmla="*/ 742257 w 2274720"/>
              <a:gd name="connsiteY6" fmla="*/ 2286465 h 2286465"/>
              <a:gd name="connsiteX7" fmla="*/ 735898 w 2274720"/>
              <a:gd name="connsiteY7" fmla="*/ 2286328 h 2286465"/>
              <a:gd name="connsiteX8" fmla="*/ 624684 w 2274720"/>
              <a:gd name="connsiteY8" fmla="*/ 2200878 h 2286465"/>
              <a:gd name="connsiteX9" fmla="*/ 608372 w 2274720"/>
              <a:gd name="connsiteY9" fmla="*/ 2152186 h 2286465"/>
              <a:gd name="connsiteX10" fmla="*/ 608372 w 2274720"/>
              <a:gd name="connsiteY10" fmla="*/ 2151363 h 2286465"/>
              <a:gd name="connsiteX11" fmla="*/ 5298 w 2274720"/>
              <a:gd name="connsiteY11" fmla="*/ 157199 h 2286465"/>
              <a:gd name="connsiteX12" fmla="*/ 5437 w 2274720"/>
              <a:gd name="connsiteY12" fmla="*/ 87795 h 2286465"/>
              <a:gd name="connsiteX13" fmla="*/ 135383 w 2274720"/>
              <a:gd name="connsiteY13" fmla="*/ 83 h 2286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74720" h="2286465">
                <a:moveTo>
                  <a:pt x="135383" y="83"/>
                </a:moveTo>
                <a:lnTo>
                  <a:pt x="2138900" y="83"/>
                </a:lnTo>
                <a:cubicBezTo>
                  <a:pt x="2212719" y="-2524"/>
                  <a:pt x="2274651" y="59129"/>
                  <a:pt x="2274651" y="134567"/>
                </a:cubicBezTo>
                <a:lnTo>
                  <a:pt x="2274720" y="134498"/>
                </a:lnTo>
                <a:lnTo>
                  <a:pt x="2274720" y="2159318"/>
                </a:lnTo>
                <a:cubicBezTo>
                  <a:pt x="2274720" y="2229544"/>
                  <a:pt x="2217350" y="2286465"/>
                  <a:pt x="2146571" y="2286465"/>
                </a:cubicBezTo>
                <a:lnTo>
                  <a:pt x="742257" y="2286465"/>
                </a:lnTo>
                <a:cubicBezTo>
                  <a:pt x="740115" y="2286465"/>
                  <a:pt x="738041" y="2286465"/>
                  <a:pt x="735898" y="2286328"/>
                </a:cubicBezTo>
                <a:cubicBezTo>
                  <a:pt x="684749" y="2284065"/>
                  <a:pt x="640858" y="2249157"/>
                  <a:pt x="624684" y="2200878"/>
                </a:cubicBezTo>
                <a:lnTo>
                  <a:pt x="608372" y="2152186"/>
                </a:lnTo>
                <a:lnTo>
                  <a:pt x="608372" y="2151363"/>
                </a:lnTo>
                <a:lnTo>
                  <a:pt x="5298" y="157199"/>
                </a:lnTo>
                <a:cubicBezTo>
                  <a:pt x="-1545" y="134567"/>
                  <a:pt x="-2029" y="110221"/>
                  <a:pt x="5437" y="87795"/>
                </a:cubicBezTo>
                <a:cubicBezTo>
                  <a:pt x="23062" y="34852"/>
                  <a:pt x="74142" y="-1975"/>
                  <a:pt x="135383" y="83"/>
                </a:cubicBezTo>
                <a:close/>
              </a:path>
            </a:pathLst>
          </a:custGeom>
          <a:solidFill>
            <a:srgbClr val="036DAC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9394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0086" y="741813"/>
            <a:ext cx="672191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6BEAD0-3C8A-1E45-FBD7-0C4C116F5685}"/>
              </a:ext>
            </a:extLst>
          </p:cNvPr>
          <p:cNvGrpSpPr/>
          <p:nvPr userDrawn="1"/>
        </p:nvGrpSpPr>
        <p:grpSpPr>
          <a:xfrm>
            <a:off x="171459" y="973720"/>
            <a:ext cx="4913004" cy="5573589"/>
            <a:chOff x="171459" y="973720"/>
            <a:chExt cx="4913004" cy="557358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A19392-DB98-12D3-80EE-B2E550515D07}"/>
                </a:ext>
              </a:extLst>
            </p:cNvPr>
            <p:cNvSpPr/>
            <p:nvPr/>
          </p:nvSpPr>
          <p:spPr>
            <a:xfrm>
              <a:off x="712194" y="973720"/>
              <a:ext cx="4372269" cy="5573589"/>
            </a:xfrm>
            <a:custGeom>
              <a:avLst/>
              <a:gdLst>
                <a:gd name="connsiteX0" fmla="*/ 4593436 w 4605278"/>
                <a:gd name="connsiteY0" fmla="*/ 1558583 h 5870620"/>
                <a:gd name="connsiteX1" fmla="*/ 3381760 w 4605278"/>
                <a:gd name="connsiteY1" fmla="*/ 5677003 h 5870620"/>
                <a:gd name="connsiteX2" fmla="*/ 3047052 w 4605278"/>
                <a:gd name="connsiteY2" fmla="*/ 5859597 h 5870620"/>
                <a:gd name="connsiteX3" fmla="*/ 212983 w 4605278"/>
                <a:gd name="connsiteY3" fmla="*/ 5025779 h 5870620"/>
                <a:gd name="connsiteX4" fmla="*/ 200220 w 4605278"/>
                <a:gd name="connsiteY4" fmla="*/ 5021683 h 5870620"/>
                <a:gd name="connsiteX5" fmla="*/ 26865 w 4605278"/>
                <a:gd name="connsiteY5" fmla="*/ 4781843 h 5870620"/>
                <a:gd name="connsiteX6" fmla="*/ 23055 w 4605278"/>
                <a:gd name="connsiteY6" fmla="*/ 4673068 h 5870620"/>
                <a:gd name="connsiteX7" fmla="*/ 23531 w 4605278"/>
                <a:gd name="connsiteY7" fmla="*/ 4671449 h 5870620"/>
                <a:gd name="connsiteX8" fmla="*/ 4 w 4605278"/>
                <a:gd name="connsiteY8" fmla="*/ 257278 h 5870620"/>
                <a:gd name="connsiteX9" fmla="*/ 41914 w 4605278"/>
                <a:gd name="connsiteY9" fmla="*/ 116117 h 5870620"/>
                <a:gd name="connsiteX10" fmla="*/ 356716 w 4605278"/>
                <a:gd name="connsiteY10" fmla="*/ 14962 h 5870620"/>
                <a:gd name="connsiteX11" fmla="*/ 4399983 w 4605278"/>
                <a:gd name="connsiteY11" fmla="*/ 1204539 h 5870620"/>
                <a:gd name="connsiteX12" fmla="*/ 4593436 w 4605278"/>
                <a:gd name="connsiteY12" fmla="*/ 1558678 h 587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05278" h="5870620">
                  <a:moveTo>
                    <a:pt x="4593436" y="1558583"/>
                  </a:moveTo>
                  <a:lnTo>
                    <a:pt x="3381760" y="5677003"/>
                  </a:lnTo>
                  <a:cubicBezTo>
                    <a:pt x="3339755" y="5819878"/>
                    <a:pt x="3189832" y="5901603"/>
                    <a:pt x="3047052" y="5859597"/>
                  </a:cubicBezTo>
                  <a:lnTo>
                    <a:pt x="212983" y="5025779"/>
                  </a:lnTo>
                  <a:cubicBezTo>
                    <a:pt x="208697" y="5024541"/>
                    <a:pt x="204411" y="5023207"/>
                    <a:pt x="200220" y="5021683"/>
                  </a:cubicBezTo>
                  <a:cubicBezTo>
                    <a:pt x="98302" y="4986631"/>
                    <a:pt x="30580" y="4889571"/>
                    <a:pt x="26865" y="4781843"/>
                  </a:cubicBezTo>
                  <a:lnTo>
                    <a:pt x="23055" y="4673068"/>
                  </a:lnTo>
                  <a:lnTo>
                    <a:pt x="23531" y="4671449"/>
                  </a:lnTo>
                  <a:lnTo>
                    <a:pt x="4" y="257278"/>
                  </a:lnTo>
                  <a:cubicBezTo>
                    <a:pt x="-281" y="207176"/>
                    <a:pt x="13339" y="157360"/>
                    <a:pt x="41914" y="116117"/>
                  </a:cubicBezTo>
                  <a:cubicBezTo>
                    <a:pt x="109256" y="19057"/>
                    <a:pt x="234415" y="-25615"/>
                    <a:pt x="356716" y="14962"/>
                  </a:cubicBezTo>
                  <a:lnTo>
                    <a:pt x="4399983" y="1204539"/>
                  </a:lnTo>
                  <a:cubicBezTo>
                    <a:pt x="4550478" y="1243020"/>
                    <a:pt x="4638584" y="1405231"/>
                    <a:pt x="4593436" y="155867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BE7F2"/>
                </a:gs>
                <a:gs pos="50000">
                  <a:srgbClr val="38ACE5"/>
                </a:gs>
                <a:gs pos="100000">
                  <a:srgbClr val="BBE7F2"/>
                </a:gs>
              </a:gsLst>
              <a:lin ang="135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B1444F-89AF-3155-8E79-E9B995C635D3}"/>
                </a:ext>
              </a:extLst>
            </p:cNvPr>
            <p:cNvSpPr/>
            <p:nvPr/>
          </p:nvSpPr>
          <p:spPr>
            <a:xfrm>
              <a:off x="171459" y="1518817"/>
              <a:ext cx="4491326" cy="4550267"/>
            </a:xfrm>
            <a:custGeom>
              <a:avLst/>
              <a:gdLst>
                <a:gd name="connsiteX0" fmla="*/ 4759180 w 4759274"/>
                <a:gd name="connsiteY0" fmla="*/ 283831 h 4821731"/>
                <a:gd name="connsiteX1" fmla="*/ 4759180 w 4759274"/>
                <a:gd name="connsiteY1" fmla="*/ 4553603 h 4821731"/>
                <a:gd name="connsiteX2" fmla="*/ 4491051 w 4759274"/>
                <a:gd name="connsiteY2" fmla="*/ 4821731 h 4821731"/>
                <a:gd name="connsiteX3" fmla="*/ 1552874 w 4759274"/>
                <a:gd name="connsiteY3" fmla="*/ 4821731 h 4821731"/>
                <a:gd name="connsiteX4" fmla="*/ 1539634 w 4759274"/>
                <a:gd name="connsiteY4" fmla="*/ 4821446 h 4821731"/>
                <a:gd name="connsiteX5" fmla="*/ 1306939 w 4759274"/>
                <a:gd name="connsiteY5" fmla="*/ 4641328 h 4821731"/>
                <a:gd name="connsiteX6" fmla="*/ 1272744 w 4759274"/>
                <a:gd name="connsiteY6" fmla="*/ 4538649 h 4821731"/>
                <a:gd name="connsiteX7" fmla="*/ 1272744 w 4759274"/>
                <a:gd name="connsiteY7" fmla="*/ 4536934 h 4821731"/>
                <a:gd name="connsiteX8" fmla="*/ 11062 w 4759274"/>
                <a:gd name="connsiteY8" fmla="*/ 331551 h 4821731"/>
                <a:gd name="connsiteX9" fmla="*/ 11443 w 4759274"/>
                <a:gd name="connsiteY9" fmla="*/ 185152 h 4821731"/>
                <a:gd name="connsiteX10" fmla="*/ 283382 w 4759274"/>
                <a:gd name="connsiteY10" fmla="*/ 176 h 4821731"/>
                <a:gd name="connsiteX11" fmla="*/ 4475240 w 4759274"/>
                <a:gd name="connsiteY11" fmla="*/ 176 h 4821731"/>
                <a:gd name="connsiteX12" fmla="*/ 4759275 w 4759274"/>
                <a:gd name="connsiteY12" fmla="*/ 283736 h 48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59274" h="4821731">
                  <a:moveTo>
                    <a:pt x="4759180" y="283831"/>
                  </a:moveTo>
                  <a:lnTo>
                    <a:pt x="4759180" y="4553603"/>
                  </a:lnTo>
                  <a:cubicBezTo>
                    <a:pt x="4759180" y="4701717"/>
                    <a:pt x="4639165" y="4821731"/>
                    <a:pt x="4491051" y="4821731"/>
                  </a:cubicBezTo>
                  <a:lnTo>
                    <a:pt x="1552874" y="4821731"/>
                  </a:lnTo>
                  <a:cubicBezTo>
                    <a:pt x="1548397" y="4821731"/>
                    <a:pt x="1544016" y="4821636"/>
                    <a:pt x="1539634" y="4821446"/>
                  </a:cubicBezTo>
                  <a:cubicBezTo>
                    <a:pt x="1432573" y="4816588"/>
                    <a:pt x="1340752" y="4743055"/>
                    <a:pt x="1306939" y="4641328"/>
                  </a:cubicBezTo>
                  <a:lnTo>
                    <a:pt x="1272744" y="4538649"/>
                  </a:lnTo>
                  <a:lnTo>
                    <a:pt x="1272744" y="4536934"/>
                  </a:lnTo>
                  <a:lnTo>
                    <a:pt x="11062" y="331551"/>
                  </a:lnTo>
                  <a:cubicBezTo>
                    <a:pt x="-3225" y="283831"/>
                    <a:pt x="-4273" y="232491"/>
                    <a:pt x="11443" y="185152"/>
                  </a:cubicBezTo>
                  <a:cubicBezTo>
                    <a:pt x="48400" y="73519"/>
                    <a:pt x="155271" y="-4205"/>
                    <a:pt x="283382" y="176"/>
                  </a:cubicBezTo>
                  <a:lnTo>
                    <a:pt x="4475240" y="176"/>
                  </a:lnTo>
                  <a:cubicBezTo>
                    <a:pt x="4629640" y="-5348"/>
                    <a:pt x="4759275" y="124668"/>
                    <a:pt x="4759275" y="283736"/>
                  </a:cubicBezTo>
                  <a:close/>
                </a:path>
              </a:pathLst>
            </a:custGeom>
            <a:solidFill>
              <a:srgbClr val="036D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" name="Picture Placeholder 44">
            <a:extLst>
              <a:ext uri="{FF2B5EF4-FFF2-40B4-BE49-F238E27FC236}">
                <a16:creationId xmlns:a16="http://schemas.microsoft.com/office/drawing/2014/main" id="{786A013C-1435-8F74-7842-4A1E25D0DB05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1675039" y="476946"/>
            <a:ext cx="2857289" cy="560974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7279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6643" y="1071404"/>
            <a:ext cx="6395357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428C58-61E1-975B-E169-011936CEFF07}"/>
              </a:ext>
            </a:extLst>
          </p:cNvPr>
          <p:cNvGrpSpPr/>
          <p:nvPr userDrawn="1"/>
        </p:nvGrpSpPr>
        <p:grpSpPr>
          <a:xfrm>
            <a:off x="128589" y="1042829"/>
            <a:ext cx="4891086" cy="5540103"/>
            <a:chOff x="119049" y="495292"/>
            <a:chExt cx="5182883" cy="58706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A19392-DB98-12D3-80EE-B2E550515D07}"/>
                </a:ext>
              </a:extLst>
            </p:cNvPr>
            <p:cNvSpPr/>
            <p:nvPr/>
          </p:nvSpPr>
          <p:spPr>
            <a:xfrm>
              <a:off x="696654" y="495292"/>
              <a:ext cx="4605278" cy="5870620"/>
            </a:xfrm>
            <a:custGeom>
              <a:avLst/>
              <a:gdLst>
                <a:gd name="connsiteX0" fmla="*/ 4593436 w 4605278"/>
                <a:gd name="connsiteY0" fmla="*/ 1558583 h 5870620"/>
                <a:gd name="connsiteX1" fmla="*/ 3381760 w 4605278"/>
                <a:gd name="connsiteY1" fmla="*/ 5677003 h 5870620"/>
                <a:gd name="connsiteX2" fmla="*/ 3047052 w 4605278"/>
                <a:gd name="connsiteY2" fmla="*/ 5859597 h 5870620"/>
                <a:gd name="connsiteX3" fmla="*/ 212983 w 4605278"/>
                <a:gd name="connsiteY3" fmla="*/ 5025779 h 5870620"/>
                <a:gd name="connsiteX4" fmla="*/ 200220 w 4605278"/>
                <a:gd name="connsiteY4" fmla="*/ 5021683 h 5870620"/>
                <a:gd name="connsiteX5" fmla="*/ 26865 w 4605278"/>
                <a:gd name="connsiteY5" fmla="*/ 4781843 h 5870620"/>
                <a:gd name="connsiteX6" fmla="*/ 23055 w 4605278"/>
                <a:gd name="connsiteY6" fmla="*/ 4673068 h 5870620"/>
                <a:gd name="connsiteX7" fmla="*/ 23531 w 4605278"/>
                <a:gd name="connsiteY7" fmla="*/ 4671449 h 5870620"/>
                <a:gd name="connsiteX8" fmla="*/ 4 w 4605278"/>
                <a:gd name="connsiteY8" fmla="*/ 257278 h 5870620"/>
                <a:gd name="connsiteX9" fmla="*/ 41914 w 4605278"/>
                <a:gd name="connsiteY9" fmla="*/ 116117 h 5870620"/>
                <a:gd name="connsiteX10" fmla="*/ 356716 w 4605278"/>
                <a:gd name="connsiteY10" fmla="*/ 14962 h 5870620"/>
                <a:gd name="connsiteX11" fmla="*/ 4399983 w 4605278"/>
                <a:gd name="connsiteY11" fmla="*/ 1204539 h 5870620"/>
                <a:gd name="connsiteX12" fmla="*/ 4593436 w 4605278"/>
                <a:gd name="connsiteY12" fmla="*/ 1558678 h 587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05278" h="5870620">
                  <a:moveTo>
                    <a:pt x="4593436" y="1558583"/>
                  </a:moveTo>
                  <a:lnTo>
                    <a:pt x="3381760" y="5677003"/>
                  </a:lnTo>
                  <a:cubicBezTo>
                    <a:pt x="3339755" y="5819878"/>
                    <a:pt x="3189832" y="5901603"/>
                    <a:pt x="3047052" y="5859597"/>
                  </a:cubicBezTo>
                  <a:lnTo>
                    <a:pt x="212983" y="5025779"/>
                  </a:lnTo>
                  <a:cubicBezTo>
                    <a:pt x="208697" y="5024541"/>
                    <a:pt x="204411" y="5023207"/>
                    <a:pt x="200220" y="5021683"/>
                  </a:cubicBezTo>
                  <a:cubicBezTo>
                    <a:pt x="98302" y="4986631"/>
                    <a:pt x="30580" y="4889571"/>
                    <a:pt x="26865" y="4781843"/>
                  </a:cubicBezTo>
                  <a:lnTo>
                    <a:pt x="23055" y="4673068"/>
                  </a:lnTo>
                  <a:lnTo>
                    <a:pt x="23531" y="4671449"/>
                  </a:lnTo>
                  <a:lnTo>
                    <a:pt x="4" y="257278"/>
                  </a:lnTo>
                  <a:cubicBezTo>
                    <a:pt x="-281" y="207176"/>
                    <a:pt x="13339" y="157360"/>
                    <a:pt x="41914" y="116117"/>
                  </a:cubicBezTo>
                  <a:cubicBezTo>
                    <a:pt x="109256" y="19057"/>
                    <a:pt x="234415" y="-25615"/>
                    <a:pt x="356716" y="14962"/>
                  </a:cubicBezTo>
                  <a:lnTo>
                    <a:pt x="4399983" y="1204539"/>
                  </a:lnTo>
                  <a:cubicBezTo>
                    <a:pt x="4550478" y="1243020"/>
                    <a:pt x="4638584" y="1405231"/>
                    <a:pt x="4593436" y="1558678"/>
                  </a:cubicBezTo>
                  <a:close/>
                </a:path>
              </a:pathLst>
            </a:custGeom>
            <a:gradFill>
              <a:gsLst>
                <a:gs pos="0">
                  <a:srgbClr val="FFECC7"/>
                </a:gs>
                <a:gs pos="50000">
                  <a:srgbClr val="FFCD6A"/>
                </a:gs>
                <a:gs pos="100000">
                  <a:srgbClr val="FFECC7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5DDE316-456A-5F19-B90C-ABA62EBF1760}"/>
                </a:ext>
              </a:extLst>
            </p:cNvPr>
            <p:cNvSpPr/>
            <p:nvPr/>
          </p:nvSpPr>
          <p:spPr>
            <a:xfrm>
              <a:off x="119049" y="1072910"/>
              <a:ext cx="4759274" cy="4821731"/>
            </a:xfrm>
            <a:custGeom>
              <a:avLst/>
              <a:gdLst>
                <a:gd name="connsiteX0" fmla="*/ 4759180 w 4759274"/>
                <a:gd name="connsiteY0" fmla="*/ 283831 h 4821731"/>
                <a:gd name="connsiteX1" fmla="*/ 4759180 w 4759274"/>
                <a:gd name="connsiteY1" fmla="*/ 4553603 h 4821731"/>
                <a:gd name="connsiteX2" fmla="*/ 4491051 w 4759274"/>
                <a:gd name="connsiteY2" fmla="*/ 4821731 h 4821731"/>
                <a:gd name="connsiteX3" fmla="*/ 1552874 w 4759274"/>
                <a:gd name="connsiteY3" fmla="*/ 4821731 h 4821731"/>
                <a:gd name="connsiteX4" fmla="*/ 1539634 w 4759274"/>
                <a:gd name="connsiteY4" fmla="*/ 4821446 h 4821731"/>
                <a:gd name="connsiteX5" fmla="*/ 1306939 w 4759274"/>
                <a:gd name="connsiteY5" fmla="*/ 4641328 h 4821731"/>
                <a:gd name="connsiteX6" fmla="*/ 1272744 w 4759274"/>
                <a:gd name="connsiteY6" fmla="*/ 4538649 h 4821731"/>
                <a:gd name="connsiteX7" fmla="*/ 1272744 w 4759274"/>
                <a:gd name="connsiteY7" fmla="*/ 4536934 h 4821731"/>
                <a:gd name="connsiteX8" fmla="*/ 11062 w 4759274"/>
                <a:gd name="connsiteY8" fmla="*/ 331551 h 4821731"/>
                <a:gd name="connsiteX9" fmla="*/ 11443 w 4759274"/>
                <a:gd name="connsiteY9" fmla="*/ 185152 h 4821731"/>
                <a:gd name="connsiteX10" fmla="*/ 283382 w 4759274"/>
                <a:gd name="connsiteY10" fmla="*/ 176 h 4821731"/>
                <a:gd name="connsiteX11" fmla="*/ 4475240 w 4759274"/>
                <a:gd name="connsiteY11" fmla="*/ 176 h 4821731"/>
                <a:gd name="connsiteX12" fmla="*/ 4759275 w 4759274"/>
                <a:gd name="connsiteY12" fmla="*/ 283736 h 48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59274" h="4821731">
                  <a:moveTo>
                    <a:pt x="4759180" y="283831"/>
                  </a:moveTo>
                  <a:lnTo>
                    <a:pt x="4759180" y="4553603"/>
                  </a:lnTo>
                  <a:cubicBezTo>
                    <a:pt x="4759180" y="4701717"/>
                    <a:pt x="4639165" y="4821731"/>
                    <a:pt x="4491051" y="4821731"/>
                  </a:cubicBezTo>
                  <a:lnTo>
                    <a:pt x="1552874" y="4821731"/>
                  </a:lnTo>
                  <a:cubicBezTo>
                    <a:pt x="1548397" y="4821731"/>
                    <a:pt x="1544016" y="4821636"/>
                    <a:pt x="1539634" y="4821446"/>
                  </a:cubicBezTo>
                  <a:cubicBezTo>
                    <a:pt x="1432573" y="4816588"/>
                    <a:pt x="1340752" y="4743055"/>
                    <a:pt x="1306939" y="4641328"/>
                  </a:cubicBezTo>
                  <a:lnTo>
                    <a:pt x="1272744" y="4538649"/>
                  </a:lnTo>
                  <a:lnTo>
                    <a:pt x="1272744" y="4536934"/>
                  </a:lnTo>
                  <a:lnTo>
                    <a:pt x="11062" y="331551"/>
                  </a:lnTo>
                  <a:cubicBezTo>
                    <a:pt x="-3225" y="283831"/>
                    <a:pt x="-4273" y="232491"/>
                    <a:pt x="11443" y="185152"/>
                  </a:cubicBezTo>
                  <a:cubicBezTo>
                    <a:pt x="48400" y="73519"/>
                    <a:pt x="155271" y="-4205"/>
                    <a:pt x="283382" y="176"/>
                  </a:cubicBezTo>
                  <a:lnTo>
                    <a:pt x="4475240" y="176"/>
                  </a:lnTo>
                  <a:cubicBezTo>
                    <a:pt x="4629640" y="-5348"/>
                    <a:pt x="4759275" y="124668"/>
                    <a:pt x="4759275" y="283736"/>
                  </a:cubicBezTo>
                  <a:close/>
                </a:path>
              </a:pathLst>
            </a:custGeom>
            <a:solidFill>
              <a:srgbClr val="FCA9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159A66D-D214-BBC0-72CF-4B6475BF82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75039" y="476946"/>
            <a:ext cx="2857289" cy="560974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8036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6643" y="1071404"/>
            <a:ext cx="6395357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428C58-61E1-975B-E169-011936CEFF07}"/>
              </a:ext>
            </a:extLst>
          </p:cNvPr>
          <p:cNvGrpSpPr/>
          <p:nvPr userDrawn="1"/>
        </p:nvGrpSpPr>
        <p:grpSpPr>
          <a:xfrm>
            <a:off x="119063" y="1025800"/>
            <a:ext cx="4910137" cy="5561682"/>
            <a:chOff x="119049" y="495292"/>
            <a:chExt cx="5182883" cy="58706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A19392-DB98-12D3-80EE-B2E550515D07}"/>
                </a:ext>
              </a:extLst>
            </p:cNvPr>
            <p:cNvSpPr/>
            <p:nvPr/>
          </p:nvSpPr>
          <p:spPr>
            <a:xfrm>
              <a:off x="696654" y="495292"/>
              <a:ext cx="4605278" cy="5870620"/>
            </a:xfrm>
            <a:custGeom>
              <a:avLst/>
              <a:gdLst>
                <a:gd name="connsiteX0" fmla="*/ 4593436 w 4605278"/>
                <a:gd name="connsiteY0" fmla="*/ 1558583 h 5870620"/>
                <a:gd name="connsiteX1" fmla="*/ 3381760 w 4605278"/>
                <a:gd name="connsiteY1" fmla="*/ 5677003 h 5870620"/>
                <a:gd name="connsiteX2" fmla="*/ 3047052 w 4605278"/>
                <a:gd name="connsiteY2" fmla="*/ 5859597 h 5870620"/>
                <a:gd name="connsiteX3" fmla="*/ 212983 w 4605278"/>
                <a:gd name="connsiteY3" fmla="*/ 5025779 h 5870620"/>
                <a:gd name="connsiteX4" fmla="*/ 200220 w 4605278"/>
                <a:gd name="connsiteY4" fmla="*/ 5021683 h 5870620"/>
                <a:gd name="connsiteX5" fmla="*/ 26865 w 4605278"/>
                <a:gd name="connsiteY5" fmla="*/ 4781843 h 5870620"/>
                <a:gd name="connsiteX6" fmla="*/ 23055 w 4605278"/>
                <a:gd name="connsiteY6" fmla="*/ 4673068 h 5870620"/>
                <a:gd name="connsiteX7" fmla="*/ 23531 w 4605278"/>
                <a:gd name="connsiteY7" fmla="*/ 4671449 h 5870620"/>
                <a:gd name="connsiteX8" fmla="*/ 4 w 4605278"/>
                <a:gd name="connsiteY8" fmla="*/ 257278 h 5870620"/>
                <a:gd name="connsiteX9" fmla="*/ 41914 w 4605278"/>
                <a:gd name="connsiteY9" fmla="*/ 116117 h 5870620"/>
                <a:gd name="connsiteX10" fmla="*/ 356716 w 4605278"/>
                <a:gd name="connsiteY10" fmla="*/ 14962 h 5870620"/>
                <a:gd name="connsiteX11" fmla="*/ 4399983 w 4605278"/>
                <a:gd name="connsiteY11" fmla="*/ 1204539 h 5870620"/>
                <a:gd name="connsiteX12" fmla="*/ 4593436 w 4605278"/>
                <a:gd name="connsiteY12" fmla="*/ 1558678 h 587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05278" h="5870620">
                  <a:moveTo>
                    <a:pt x="4593436" y="1558583"/>
                  </a:moveTo>
                  <a:lnTo>
                    <a:pt x="3381760" y="5677003"/>
                  </a:lnTo>
                  <a:cubicBezTo>
                    <a:pt x="3339755" y="5819878"/>
                    <a:pt x="3189832" y="5901603"/>
                    <a:pt x="3047052" y="5859597"/>
                  </a:cubicBezTo>
                  <a:lnTo>
                    <a:pt x="212983" y="5025779"/>
                  </a:lnTo>
                  <a:cubicBezTo>
                    <a:pt x="208697" y="5024541"/>
                    <a:pt x="204411" y="5023207"/>
                    <a:pt x="200220" y="5021683"/>
                  </a:cubicBezTo>
                  <a:cubicBezTo>
                    <a:pt x="98302" y="4986631"/>
                    <a:pt x="30580" y="4889571"/>
                    <a:pt x="26865" y="4781843"/>
                  </a:cubicBezTo>
                  <a:lnTo>
                    <a:pt x="23055" y="4673068"/>
                  </a:lnTo>
                  <a:lnTo>
                    <a:pt x="23531" y="4671449"/>
                  </a:lnTo>
                  <a:lnTo>
                    <a:pt x="4" y="257278"/>
                  </a:lnTo>
                  <a:cubicBezTo>
                    <a:pt x="-281" y="207176"/>
                    <a:pt x="13339" y="157360"/>
                    <a:pt x="41914" y="116117"/>
                  </a:cubicBezTo>
                  <a:cubicBezTo>
                    <a:pt x="109256" y="19057"/>
                    <a:pt x="234415" y="-25615"/>
                    <a:pt x="356716" y="14962"/>
                  </a:cubicBezTo>
                  <a:lnTo>
                    <a:pt x="4399983" y="1204539"/>
                  </a:lnTo>
                  <a:cubicBezTo>
                    <a:pt x="4550478" y="1243020"/>
                    <a:pt x="4638584" y="1405231"/>
                    <a:pt x="4593436" y="1558678"/>
                  </a:cubicBezTo>
                  <a:close/>
                </a:path>
              </a:pathLst>
            </a:custGeom>
            <a:gradFill>
              <a:gsLst>
                <a:gs pos="0">
                  <a:srgbClr val="CBF4F3"/>
                </a:gs>
                <a:gs pos="50000">
                  <a:srgbClr val="69E2D6"/>
                </a:gs>
                <a:gs pos="100000">
                  <a:srgbClr val="CBF4F3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5DDE316-456A-5F19-B90C-ABA62EBF1760}"/>
                </a:ext>
              </a:extLst>
            </p:cNvPr>
            <p:cNvSpPr/>
            <p:nvPr/>
          </p:nvSpPr>
          <p:spPr>
            <a:xfrm>
              <a:off x="119049" y="1072910"/>
              <a:ext cx="4759274" cy="4821731"/>
            </a:xfrm>
            <a:custGeom>
              <a:avLst/>
              <a:gdLst>
                <a:gd name="connsiteX0" fmla="*/ 4759180 w 4759274"/>
                <a:gd name="connsiteY0" fmla="*/ 283831 h 4821731"/>
                <a:gd name="connsiteX1" fmla="*/ 4759180 w 4759274"/>
                <a:gd name="connsiteY1" fmla="*/ 4553603 h 4821731"/>
                <a:gd name="connsiteX2" fmla="*/ 4491051 w 4759274"/>
                <a:gd name="connsiteY2" fmla="*/ 4821731 h 4821731"/>
                <a:gd name="connsiteX3" fmla="*/ 1552874 w 4759274"/>
                <a:gd name="connsiteY3" fmla="*/ 4821731 h 4821731"/>
                <a:gd name="connsiteX4" fmla="*/ 1539634 w 4759274"/>
                <a:gd name="connsiteY4" fmla="*/ 4821446 h 4821731"/>
                <a:gd name="connsiteX5" fmla="*/ 1306939 w 4759274"/>
                <a:gd name="connsiteY5" fmla="*/ 4641328 h 4821731"/>
                <a:gd name="connsiteX6" fmla="*/ 1272744 w 4759274"/>
                <a:gd name="connsiteY6" fmla="*/ 4538649 h 4821731"/>
                <a:gd name="connsiteX7" fmla="*/ 1272744 w 4759274"/>
                <a:gd name="connsiteY7" fmla="*/ 4536934 h 4821731"/>
                <a:gd name="connsiteX8" fmla="*/ 11062 w 4759274"/>
                <a:gd name="connsiteY8" fmla="*/ 331551 h 4821731"/>
                <a:gd name="connsiteX9" fmla="*/ 11443 w 4759274"/>
                <a:gd name="connsiteY9" fmla="*/ 185152 h 4821731"/>
                <a:gd name="connsiteX10" fmla="*/ 283382 w 4759274"/>
                <a:gd name="connsiteY10" fmla="*/ 176 h 4821731"/>
                <a:gd name="connsiteX11" fmla="*/ 4475240 w 4759274"/>
                <a:gd name="connsiteY11" fmla="*/ 176 h 4821731"/>
                <a:gd name="connsiteX12" fmla="*/ 4759275 w 4759274"/>
                <a:gd name="connsiteY12" fmla="*/ 283736 h 48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59274" h="4821731">
                  <a:moveTo>
                    <a:pt x="4759180" y="283831"/>
                  </a:moveTo>
                  <a:lnTo>
                    <a:pt x="4759180" y="4553603"/>
                  </a:lnTo>
                  <a:cubicBezTo>
                    <a:pt x="4759180" y="4701717"/>
                    <a:pt x="4639165" y="4821731"/>
                    <a:pt x="4491051" y="4821731"/>
                  </a:cubicBezTo>
                  <a:lnTo>
                    <a:pt x="1552874" y="4821731"/>
                  </a:lnTo>
                  <a:cubicBezTo>
                    <a:pt x="1548397" y="4821731"/>
                    <a:pt x="1544016" y="4821636"/>
                    <a:pt x="1539634" y="4821446"/>
                  </a:cubicBezTo>
                  <a:cubicBezTo>
                    <a:pt x="1432573" y="4816588"/>
                    <a:pt x="1340752" y="4743055"/>
                    <a:pt x="1306939" y="4641328"/>
                  </a:cubicBezTo>
                  <a:lnTo>
                    <a:pt x="1272744" y="4538649"/>
                  </a:lnTo>
                  <a:lnTo>
                    <a:pt x="1272744" y="4536934"/>
                  </a:lnTo>
                  <a:lnTo>
                    <a:pt x="11062" y="331551"/>
                  </a:lnTo>
                  <a:cubicBezTo>
                    <a:pt x="-3225" y="283831"/>
                    <a:pt x="-4273" y="232491"/>
                    <a:pt x="11443" y="185152"/>
                  </a:cubicBezTo>
                  <a:cubicBezTo>
                    <a:pt x="48400" y="73519"/>
                    <a:pt x="155271" y="-4205"/>
                    <a:pt x="283382" y="176"/>
                  </a:cubicBezTo>
                  <a:lnTo>
                    <a:pt x="4475240" y="176"/>
                  </a:lnTo>
                  <a:cubicBezTo>
                    <a:pt x="4629640" y="-5348"/>
                    <a:pt x="4759275" y="124668"/>
                    <a:pt x="4759275" y="283736"/>
                  </a:cubicBezTo>
                  <a:close/>
                </a:path>
              </a:pathLst>
            </a:custGeom>
            <a:solidFill>
              <a:srgbClr val="0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159A66D-D214-BBC0-72CF-4B6475BF82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17449" y="831344"/>
            <a:ext cx="2679096" cy="5259894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6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6643" y="1071404"/>
            <a:ext cx="6395357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428C58-61E1-975B-E169-011936CEFF07}"/>
              </a:ext>
            </a:extLst>
          </p:cNvPr>
          <p:cNvGrpSpPr/>
          <p:nvPr userDrawn="1"/>
        </p:nvGrpSpPr>
        <p:grpSpPr>
          <a:xfrm>
            <a:off x="119064" y="1023779"/>
            <a:ext cx="4900612" cy="5550893"/>
            <a:chOff x="119049" y="495292"/>
            <a:chExt cx="5182883" cy="58706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A19392-DB98-12D3-80EE-B2E550515D07}"/>
                </a:ext>
              </a:extLst>
            </p:cNvPr>
            <p:cNvSpPr/>
            <p:nvPr/>
          </p:nvSpPr>
          <p:spPr>
            <a:xfrm>
              <a:off x="696654" y="495292"/>
              <a:ext cx="4605278" cy="5870620"/>
            </a:xfrm>
            <a:custGeom>
              <a:avLst/>
              <a:gdLst>
                <a:gd name="connsiteX0" fmla="*/ 4593436 w 4605278"/>
                <a:gd name="connsiteY0" fmla="*/ 1558583 h 5870620"/>
                <a:gd name="connsiteX1" fmla="*/ 3381760 w 4605278"/>
                <a:gd name="connsiteY1" fmla="*/ 5677003 h 5870620"/>
                <a:gd name="connsiteX2" fmla="*/ 3047052 w 4605278"/>
                <a:gd name="connsiteY2" fmla="*/ 5859597 h 5870620"/>
                <a:gd name="connsiteX3" fmla="*/ 212983 w 4605278"/>
                <a:gd name="connsiteY3" fmla="*/ 5025779 h 5870620"/>
                <a:gd name="connsiteX4" fmla="*/ 200220 w 4605278"/>
                <a:gd name="connsiteY4" fmla="*/ 5021683 h 5870620"/>
                <a:gd name="connsiteX5" fmla="*/ 26865 w 4605278"/>
                <a:gd name="connsiteY5" fmla="*/ 4781843 h 5870620"/>
                <a:gd name="connsiteX6" fmla="*/ 23055 w 4605278"/>
                <a:gd name="connsiteY6" fmla="*/ 4673068 h 5870620"/>
                <a:gd name="connsiteX7" fmla="*/ 23531 w 4605278"/>
                <a:gd name="connsiteY7" fmla="*/ 4671449 h 5870620"/>
                <a:gd name="connsiteX8" fmla="*/ 4 w 4605278"/>
                <a:gd name="connsiteY8" fmla="*/ 257278 h 5870620"/>
                <a:gd name="connsiteX9" fmla="*/ 41914 w 4605278"/>
                <a:gd name="connsiteY9" fmla="*/ 116117 h 5870620"/>
                <a:gd name="connsiteX10" fmla="*/ 356716 w 4605278"/>
                <a:gd name="connsiteY10" fmla="*/ 14962 h 5870620"/>
                <a:gd name="connsiteX11" fmla="*/ 4399983 w 4605278"/>
                <a:gd name="connsiteY11" fmla="*/ 1204539 h 5870620"/>
                <a:gd name="connsiteX12" fmla="*/ 4593436 w 4605278"/>
                <a:gd name="connsiteY12" fmla="*/ 1558678 h 587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05278" h="5870620">
                  <a:moveTo>
                    <a:pt x="4593436" y="1558583"/>
                  </a:moveTo>
                  <a:lnTo>
                    <a:pt x="3381760" y="5677003"/>
                  </a:lnTo>
                  <a:cubicBezTo>
                    <a:pt x="3339755" y="5819878"/>
                    <a:pt x="3189832" y="5901603"/>
                    <a:pt x="3047052" y="5859597"/>
                  </a:cubicBezTo>
                  <a:lnTo>
                    <a:pt x="212983" y="5025779"/>
                  </a:lnTo>
                  <a:cubicBezTo>
                    <a:pt x="208697" y="5024541"/>
                    <a:pt x="204411" y="5023207"/>
                    <a:pt x="200220" y="5021683"/>
                  </a:cubicBezTo>
                  <a:cubicBezTo>
                    <a:pt x="98302" y="4986631"/>
                    <a:pt x="30580" y="4889571"/>
                    <a:pt x="26865" y="4781843"/>
                  </a:cubicBezTo>
                  <a:lnTo>
                    <a:pt x="23055" y="4673068"/>
                  </a:lnTo>
                  <a:lnTo>
                    <a:pt x="23531" y="4671449"/>
                  </a:lnTo>
                  <a:lnTo>
                    <a:pt x="4" y="257278"/>
                  </a:lnTo>
                  <a:cubicBezTo>
                    <a:pt x="-281" y="207176"/>
                    <a:pt x="13339" y="157360"/>
                    <a:pt x="41914" y="116117"/>
                  </a:cubicBezTo>
                  <a:cubicBezTo>
                    <a:pt x="109256" y="19057"/>
                    <a:pt x="234415" y="-25615"/>
                    <a:pt x="356716" y="14962"/>
                  </a:cubicBezTo>
                  <a:lnTo>
                    <a:pt x="4399983" y="1204539"/>
                  </a:lnTo>
                  <a:cubicBezTo>
                    <a:pt x="4550478" y="1243020"/>
                    <a:pt x="4638584" y="1405231"/>
                    <a:pt x="4593436" y="1558678"/>
                  </a:cubicBezTo>
                  <a:close/>
                </a:path>
              </a:pathLst>
            </a:custGeom>
            <a:gradFill>
              <a:gsLst>
                <a:gs pos="0">
                  <a:srgbClr val="CBF4F3"/>
                </a:gs>
                <a:gs pos="50000">
                  <a:srgbClr val="69E2D6"/>
                </a:gs>
                <a:gs pos="100000">
                  <a:srgbClr val="CBF4F3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5DDE316-456A-5F19-B90C-ABA62EBF1760}"/>
                </a:ext>
              </a:extLst>
            </p:cNvPr>
            <p:cNvSpPr/>
            <p:nvPr/>
          </p:nvSpPr>
          <p:spPr>
            <a:xfrm>
              <a:off x="119049" y="1072910"/>
              <a:ext cx="4759274" cy="4821731"/>
            </a:xfrm>
            <a:custGeom>
              <a:avLst/>
              <a:gdLst>
                <a:gd name="connsiteX0" fmla="*/ 4759180 w 4759274"/>
                <a:gd name="connsiteY0" fmla="*/ 283831 h 4821731"/>
                <a:gd name="connsiteX1" fmla="*/ 4759180 w 4759274"/>
                <a:gd name="connsiteY1" fmla="*/ 4553603 h 4821731"/>
                <a:gd name="connsiteX2" fmla="*/ 4491051 w 4759274"/>
                <a:gd name="connsiteY2" fmla="*/ 4821731 h 4821731"/>
                <a:gd name="connsiteX3" fmla="*/ 1552874 w 4759274"/>
                <a:gd name="connsiteY3" fmla="*/ 4821731 h 4821731"/>
                <a:gd name="connsiteX4" fmla="*/ 1539634 w 4759274"/>
                <a:gd name="connsiteY4" fmla="*/ 4821446 h 4821731"/>
                <a:gd name="connsiteX5" fmla="*/ 1306939 w 4759274"/>
                <a:gd name="connsiteY5" fmla="*/ 4641328 h 4821731"/>
                <a:gd name="connsiteX6" fmla="*/ 1272744 w 4759274"/>
                <a:gd name="connsiteY6" fmla="*/ 4538649 h 4821731"/>
                <a:gd name="connsiteX7" fmla="*/ 1272744 w 4759274"/>
                <a:gd name="connsiteY7" fmla="*/ 4536934 h 4821731"/>
                <a:gd name="connsiteX8" fmla="*/ 11062 w 4759274"/>
                <a:gd name="connsiteY8" fmla="*/ 331551 h 4821731"/>
                <a:gd name="connsiteX9" fmla="*/ 11443 w 4759274"/>
                <a:gd name="connsiteY9" fmla="*/ 185152 h 4821731"/>
                <a:gd name="connsiteX10" fmla="*/ 283382 w 4759274"/>
                <a:gd name="connsiteY10" fmla="*/ 176 h 4821731"/>
                <a:gd name="connsiteX11" fmla="*/ 4475240 w 4759274"/>
                <a:gd name="connsiteY11" fmla="*/ 176 h 4821731"/>
                <a:gd name="connsiteX12" fmla="*/ 4759275 w 4759274"/>
                <a:gd name="connsiteY12" fmla="*/ 283736 h 48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59274" h="4821731">
                  <a:moveTo>
                    <a:pt x="4759180" y="283831"/>
                  </a:moveTo>
                  <a:lnTo>
                    <a:pt x="4759180" y="4553603"/>
                  </a:lnTo>
                  <a:cubicBezTo>
                    <a:pt x="4759180" y="4701717"/>
                    <a:pt x="4639165" y="4821731"/>
                    <a:pt x="4491051" y="4821731"/>
                  </a:cubicBezTo>
                  <a:lnTo>
                    <a:pt x="1552874" y="4821731"/>
                  </a:lnTo>
                  <a:cubicBezTo>
                    <a:pt x="1548397" y="4821731"/>
                    <a:pt x="1544016" y="4821636"/>
                    <a:pt x="1539634" y="4821446"/>
                  </a:cubicBezTo>
                  <a:cubicBezTo>
                    <a:pt x="1432573" y="4816588"/>
                    <a:pt x="1340752" y="4743055"/>
                    <a:pt x="1306939" y="4641328"/>
                  </a:cubicBezTo>
                  <a:lnTo>
                    <a:pt x="1272744" y="4538649"/>
                  </a:lnTo>
                  <a:lnTo>
                    <a:pt x="1272744" y="4536934"/>
                  </a:lnTo>
                  <a:lnTo>
                    <a:pt x="11062" y="331551"/>
                  </a:lnTo>
                  <a:cubicBezTo>
                    <a:pt x="-3225" y="283831"/>
                    <a:pt x="-4273" y="232491"/>
                    <a:pt x="11443" y="185152"/>
                  </a:cubicBezTo>
                  <a:cubicBezTo>
                    <a:pt x="48400" y="73519"/>
                    <a:pt x="155271" y="-4205"/>
                    <a:pt x="283382" y="176"/>
                  </a:cubicBezTo>
                  <a:lnTo>
                    <a:pt x="4475240" y="176"/>
                  </a:lnTo>
                  <a:cubicBezTo>
                    <a:pt x="4629640" y="-5348"/>
                    <a:pt x="4759275" y="124668"/>
                    <a:pt x="4759275" y="283736"/>
                  </a:cubicBezTo>
                  <a:close/>
                </a:path>
              </a:pathLst>
            </a:custGeom>
            <a:solidFill>
              <a:srgbClr val="00AE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159A66D-D214-BBC0-72CF-4B6475BF82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17448" y="828736"/>
            <a:ext cx="2673899" cy="5249691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1F50A-8A87-50D3-64EE-DA289D771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037" y="2333694"/>
            <a:ext cx="6172200" cy="396913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413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9785-015F-E99D-7B38-1B2BC7F3A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754" y="365125"/>
            <a:ext cx="11197046" cy="132556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IN" sz="2800" b="1" dirty="0">
                <a:solidFill>
                  <a:srgbClr val="036DAB"/>
                </a:solidFill>
              </a:defRPr>
            </a:lvl1pPr>
          </a:lstStyle>
          <a:p>
            <a:pPr lvl="0"/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F9089-4BB7-C569-17A8-00433555B5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C3A33-5BAE-6C96-BF22-BCD68589C1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369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9826A9E-2EA1-582E-85A2-B8502700ADB2}"/>
              </a:ext>
            </a:extLst>
          </p:cNvPr>
          <p:cNvSpPr/>
          <p:nvPr userDrawn="1"/>
        </p:nvSpPr>
        <p:spPr>
          <a:xfrm>
            <a:off x="5422865" y="0"/>
            <a:ext cx="6769136" cy="6858001"/>
          </a:xfrm>
          <a:custGeom>
            <a:avLst/>
            <a:gdLst>
              <a:gd name="connsiteX0" fmla="*/ 1563351 w 1563350"/>
              <a:gd name="connsiteY0" fmla="*/ 93212 h 1583874"/>
              <a:gd name="connsiteX1" fmla="*/ 1563351 w 1563350"/>
              <a:gd name="connsiteY1" fmla="*/ 1495768 h 1583874"/>
              <a:gd name="connsiteX2" fmla="*/ 1475245 w 1563350"/>
              <a:gd name="connsiteY2" fmla="*/ 1583874 h 1583874"/>
              <a:gd name="connsiteX3" fmla="*/ 510076 w 1563350"/>
              <a:gd name="connsiteY3" fmla="*/ 1583874 h 1583874"/>
              <a:gd name="connsiteX4" fmla="*/ 505695 w 1563350"/>
              <a:gd name="connsiteY4" fmla="*/ 1583779 h 1583874"/>
              <a:gd name="connsiteX5" fmla="*/ 429209 w 1563350"/>
              <a:gd name="connsiteY5" fmla="*/ 1524629 h 1583874"/>
              <a:gd name="connsiteX6" fmla="*/ 417970 w 1563350"/>
              <a:gd name="connsiteY6" fmla="*/ 1490910 h 1583874"/>
              <a:gd name="connsiteX7" fmla="*/ 417970 w 1563350"/>
              <a:gd name="connsiteY7" fmla="*/ 1490339 h 1583874"/>
              <a:gd name="connsiteX8" fmla="*/ 3632 w 1563350"/>
              <a:gd name="connsiteY8" fmla="*/ 108833 h 1583874"/>
              <a:gd name="connsiteX9" fmla="*/ 3727 w 1563350"/>
              <a:gd name="connsiteY9" fmla="*/ 60731 h 1583874"/>
              <a:gd name="connsiteX10" fmla="*/ 93072 w 1563350"/>
              <a:gd name="connsiteY10" fmla="*/ 57 h 1583874"/>
              <a:gd name="connsiteX11" fmla="*/ 1470006 w 1563350"/>
              <a:gd name="connsiteY11" fmla="*/ 57 h 1583874"/>
              <a:gd name="connsiteX12" fmla="*/ 1563256 w 1563350"/>
              <a:gd name="connsiteY12" fmla="*/ 93212 h 1583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3350" h="1583874">
                <a:moveTo>
                  <a:pt x="1563351" y="93212"/>
                </a:moveTo>
                <a:lnTo>
                  <a:pt x="1563351" y="1495768"/>
                </a:lnTo>
                <a:cubicBezTo>
                  <a:pt x="1563351" y="1544441"/>
                  <a:pt x="1523918" y="1583874"/>
                  <a:pt x="1475245" y="1583874"/>
                </a:cubicBezTo>
                <a:lnTo>
                  <a:pt x="510076" y="1583874"/>
                </a:lnTo>
                <a:cubicBezTo>
                  <a:pt x="508648" y="1583874"/>
                  <a:pt x="507124" y="1583874"/>
                  <a:pt x="505695" y="1583779"/>
                </a:cubicBezTo>
                <a:cubicBezTo>
                  <a:pt x="470548" y="1582160"/>
                  <a:pt x="440353" y="1558061"/>
                  <a:pt x="429209" y="1524629"/>
                </a:cubicBezTo>
                <a:lnTo>
                  <a:pt x="417970" y="1490910"/>
                </a:lnTo>
                <a:lnTo>
                  <a:pt x="417970" y="1490339"/>
                </a:lnTo>
                <a:lnTo>
                  <a:pt x="3632" y="108833"/>
                </a:lnTo>
                <a:cubicBezTo>
                  <a:pt x="-1035" y="93116"/>
                  <a:pt x="-1416" y="76257"/>
                  <a:pt x="3727" y="60731"/>
                </a:cubicBezTo>
                <a:cubicBezTo>
                  <a:pt x="15919" y="24155"/>
                  <a:pt x="50971" y="-1372"/>
                  <a:pt x="93072" y="57"/>
                </a:cubicBezTo>
                <a:lnTo>
                  <a:pt x="1470006" y="57"/>
                </a:lnTo>
                <a:cubicBezTo>
                  <a:pt x="1520774" y="-1753"/>
                  <a:pt x="1563256" y="40919"/>
                  <a:pt x="1563256" y="93212"/>
                </a:cubicBezTo>
                <a:close/>
              </a:path>
            </a:pathLst>
          </a:custGeom>
          <a:solidFill>
            <a:srgbClr val="036DAC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rgbClr val="036DAC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652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3" userDrawn="1">
          <p15:clr>
            <a:srgbClr val="FBAE40"/>
          </p15:clr>
        </p15:guide>
        <p15:guide id="2" orient="horz" pos="14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6872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85054E-70FF-7D60-9704-7E1F93D1E9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36DAC">
                  <a:shade val="30000"/>
                  <a:satMod val="115000"/>
                </a:srgbClr>
              </a:gs>
              <a:gs pos="50000">
                <a:srgbClr val="036DAC">
                  <a:shade val="67500"/>
                  <a:satMod val="115000"/>
                </a:srgbClr>
              </a:gs>
              <a:gs pos="100000">
                <a:srgbClr val="036DAC">
                  <a:shade val="100000"/>
                  <a:satMod val="115000"/>
                </a:srgbClr>
              </a:gs>
            </a:gsLst>
            <a:lin ang="5400000" scaled="1"/>
            <a:tileRect/>
          </a:gradFill>
          <a:ln w="82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11961ED-547F-ABDB-7F8F-331E08296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" b="22327"/>
          <a:stretch>
            <a:fillRect/>
          </a:stretch>
        </p:blipFill>
        <p:spPr>
          <a:xfrm>
            <a:off x="10633374" y="107047"/>
            <a:ext cx="1439564" cy="43200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47310"/>
            <a:ext cx="8153400" cy="3106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38880F-E1A9-207D-F4F2-7C426C105919}"/>
              </a:ext>
            </a:extLst>
          </p:cNvPr>
          <p:cNvSpPr/>
          <p:nvPr userDrawn="1"/>
        </p:nvSpPr>
        <p:spPr>
          <a:xfrm>
            <a:off x="11380796" y="6547310"/>
            <a:ext cx="811205" cy="310691"/>
          </a:xfrm>
          <a:custGeom>
            <a:avLst/>
            <a:gdLst>
              <a:gd name="connsiteX0" fmla="*/ 48295 w 811205"/>
              <a:gd name="connsiteY0" fmla="*/ 30 h 310691"/>
              <a:gd name="connsiteX1" fmla="*/ 762770 w 811205"/>
              <a:gd name="connsiteY1" fmla="*/ 30 h 310691"/>
              <a:gd name="connsiteX2" fmla="*/ 811156 w 811205"/>
              <a:gd name="connsiteY2" fmla="*/ 48367 h 310691"/>
              <a:gd name="connsiteX3" fmla="*/ 811205 w 811205"/>
              <a:gd name="connsiteY3" fmla="*/ 48367 h 310691"/>
              <a:gd name="connsiteX4" fmla="*/ 811205 w 811205"/>
              <a:gd name="connsiteY4" fmla="*/ 310691 h 310691"/>
              <a:gd name="connsiteX5" fmla="*/ 78131 w 811205"/>
              <a:gd name="connsiteY5" fmla="*/ 310691 h 310691"/>
              <a:gd name="connsiteX6" fmla="*/ 1886 w 811205"/>
              <a:gd name="connsiteY6" fmla="*/ 56472 h 310691"/>
              <a:gd name="connsiteX7" fmla="*/ 1935 w 811205"/>
              <a:gd name="connsiteY7" fmla="*/ 31513 h 310691"/>
              <a:gd name="connsiteX8" fmla="*/ 48295 w 811205"/>
              <a:gd name="connsiteY8" fmla="*/ 30 h 31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1205" h="310691">
                <a:moveTo>
                  <a:pt x="48295" y="30"/>
                </a:moveTo>
                <a:lnTo>
                  <a:pt x="762770" y="30"/>
                </a:lnTo>
                <a:cubicBezTo>
                  <a:pt x="789113" y="-909"/>
                  <a:pt x="811156" y="21233"/>
                  <a:pt x="811156" y="48367"/>
                </a:cubicBezTo>
                <a:lnTo>
                  <a:pt x="811205" y="48367"/>
                </a:lnTo>
                <a:lnTo>
                  <a:pt x="811205" y="310691"/>
                </a:lnTo>
                <a:lnTo>
                  <a:pt x="78131" y="310691"/>
                </a:lnTo>
                <a:lnTo>
                  <a:pt x="1886" y="56472"/>
                </a:lnTo>
                <a:cubicBezTo>
                  <a:pt x="-536" y="48317"/>
                  <a:pt x="-734" y="39569"/>
                  <a:pt x="1935" y="31513"/>
                </a:cubicBezTo>
                <a:cubicBezTo>
                  <a:pt x="8261" y="12534"/>
                  <a:pt x="26449" y="-712"/>
                  <a:pt x="48295" y="30"/>
                </a:cubicBezTo>
                <a:close/>
              </a:path>
            </a:pathLst>
          </a:custGeom>
          <a:solidFill>
            <a:srgbClr val="F2B9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47309"/>
            <a:ext cx="2743200" cy="310691"/>
          </a:xfrm>
        </p:spPr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FCBA5E-CBB3-CFE4-E2BB-444220D15138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CBA6E-C496-416A-B095-B0FD92744AA6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07036F1-94DA-8A39-487C-735AC5C0D041}"/>
              </a:ext>
            </a:extLst>
          </p:cNvPr>
          <p:cNvSpPr/>
          <p:nvPr userDrawn="1"/>
        </p:nvSpPr>
        <p:spPr>
          <a:xfrm>
            <a:off x="119063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3BABE1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3CF506A1-9E1E-A662-36A5-FC58658D78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5" y="1023938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051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89CEDCF-9F9B-C25F-D65B-B8EBF315067C}"/>
              </a:ext>
            </a:extLst>
          </p:cNvPr>
          <p:cNvSpPr/>
          <p:nvPr userDrawn="1"/>
        </p:nvSpPr>
        <p:spPr>
          <a:xfrm>
            <a:off x="103707" y="1557338"/>
            <a:ext cx="4512778" cy="4572000"/>
          </a:xfrm>
          <a:custGeom>
            <a:avLst/>
            <a:gdLst>
              <a:gd name="connsiteX0" fmla="*/ 4759180 w 4759274"/>
              <a:gd name="connsiteY0" fmla="*/ 283831 h 4821731"/>
              <a:gd name="connsiteX1" fmla="*/ 4759180 w 4759274"/>
              <a:gd name="connsiteY1" fmla="*/ 4553603 h 4821731"/>
              <a:gd name="connsiteX2" fmla="*/ 4491051 w 4759274"/>
              <a:gd name="connsiteY2" fmla="*/ 4821731 h 4821731"/>
              <a:gd name="connsiteX3" fmla="*/ 1552874 w 4759274"/>
              <a:gd name="connsiteY3" fmla="*/ 4821731 h 4821731"/>
              <a:gd name="connsiteX4" fmla="*/ 1539634 w 4759274"/>
              <a:gd name="connsiteY4" fmla="*/ 4821446 h 4821731"/>
              <a:gd name="connsiteX5" fmla="*/ 1306939 w 4759274"/>
              <a:gd name="connsiteY5" fmla="*/ 4641328 h 4821731"/>
              <a:gd name="connsiteX6" fmla="*/ 1272744 w 4759274"/>
              <a:gd name="connsiteY6" fmla="*/ 4538649 h 4821731"/>
              <a:gd name="connsiteX7" fmla="*/ 1272744 w 4759274"/>
              <a:gd name="connsiteY7" fmla="*/ 4536934 h 4821731"/>
              <a:gd name="connsiteX8" fmla="*/ 11062 w 4759274"/>
              <a:gd name="connsiteY8" fmla="*/ 331551 h 4821731"/>
              <a:gd name="connsiteX9" fmla="*/ 11443 w 4759274"/>
              <a:gd name="connsiteY9" fmla="*/ 185152 h 4821731"/>
              <a:gd name="connsiteX10" fmla="*/ 283382 w 4759274"/>
              <a:gd name="connsiteY10" fmla="*/ 176 h 4821731"/>
              <a:gd name="connsiteX11" fmla="*/ 4475240 w 4759274"/>
              <a:gd name="connsiteY11" fmla="*/ 176 h 4821731"/>
              <a:gd name="connsiteX12" fmla="*/ 4759275 w 4759274"/>
              <a:gd name="connsiteY12" fmla="*/ 283736 h 4821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59274" h="4821731">
                <a:moveTo>
                  <a:pt x="4759180" y="283831"/>
                </a:moveTo>
                <a:lnTo>
                  <a:pt x="4759180" y="4553603"/>
                </a:lnTo>
                <a:cubicBezTo>
                  <a:pt x="4759180" y="4701717"/>
                  <a:pt x="4639165" y="4821731"/>
                  <a:pt x="4491051" y="4821731"/>
                </a:cubicBezTo>
                <a:lnTo>
                  <a:pt x="1552874" y="4821731"/>
                </a:lnTo>
                <a:cubicBezTo>
                  <a:pt x="1548397" y="4821731"/>
                  <a:pt x="1544016" y="4821636"/>
                  <a:pt x="1539634" y="4821446"/>
                </a:cubicBezTo>
                <a:cubicBezTo>
                  <a:pt x="1432573" y="4816588"/>
                  <a:pt x="1340752" y="4743055"/>
                  <a:pt x="1306939" y="4641328"/>
                </a:cubicBezTo>
                <a:lnTo>
                  <a:pt x="1272744" y="4538649"/>
                </a:lnTo>
                <a:lnTo>
                  <a:pt x="1272744" y="4536934"/>
                </a:lnTo>
                <a:lnTo>
                  <a:pt x="11062" y="331551"/>
                </a:lnTo>
                <a:cubicBezTo>
                  <a:pt x="-3225" y="283831"/>
                  <a:pt x="-4273" y="232491"/>
                  <a:pt x="11443" y="185152"/>
                </a:cubicBezTo>
                <a:cubicBezTo>
                  <a:pt x="48400" y="73519"/>
                  <a:pt x="155271" y="-4205"/>
                  <a:pt x="283382" y="176"/>
                </a:cubicBezTo>
                <a:lnTo>
                  <a:pt x="4475240" y="176"/>
                </a:lnTo>
                <a:cubicBezTo>
                  <a:pt x="4629640" y="-5348"/>
                  <a:pt x="4759275" y="124668"/>
                  <a:pt x="4759275" y="283736"/>
                </a:cubicBezTo>
                <a:close/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71A24642-078C-B311-EA10-C682CB7FDC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64696" y="1946100"/>
            <a:ext cx="876300" cy="876300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171D10F-4906-01ED-1693-8314FBC46C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4696" y="3251025"/>
            <a:ext cx="876300" cy="876300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B7509B51-3D70-CBAD-2BD1-C3633217CFE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64696" y="4555950"/>
            <a:ext cx="876300" cy="876300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1817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9826A9E-2EA1-582E-85A2-B8502700ADB2}"/>
              </a:ext>
            </a:extLst>
          </p:cNvPr>
          <p:cNvSpPr/>
          <p:nvPr userDrawn="1"/>
        </p:nvSpPr>
        <p:spPr>
          <a:xfrm>
            <a:off x="5422865" y="0"/>
            <a:ext cx="6769136" cy="6858001"/>
          </a:xfrm>
          <a:custGeom>
            <a:avLst/>
            <a:gdLst>
              <a:gd name="connsiteX0" fmla="*/ 1563351 w 1563350"/>
              <a:gd name="connsiteY0" fmla="*/ 93212 h 1583874"/>
              <a:gd name="connsiteX1" fmla="*/ 1563351 w 1563350"/>
              <a:gd name="connsiteY1" fmla="*/ 1495768 h 1583874"/>
              <a:gd name="connsiteX2" fmla="*/ 1475245 w 1563350"/>
              <a:gd name="connsiteY2" fmla="*/ 1583874 h 1583874"/>
              <a:gd name="connsiteX3" fmla="*/ 510076 w 1563350"/>
              <a:gd name="connsiteY3" fmla="*/ 1583874 h 1583874"/>
              <a:gd name="connsiteX4" fmla="*/ 505695 w 1563350"/>
              <a:gd name="connsiteY4" fmla="*/ 1583779 h 1583874"/>
              <a:gd name="connsiteX5" fmla="*/ 429209 w 1563350"/>
              <a:gd name="connsiteY5" fmla="*/ 1524629 h 1583874"/>
              <a:gd name="connsiteX6" fmla="*/ 417970 w 1563350"/>
              <a:gd name="connsiteY6" fmla="*/ 1490910 h 1583874"/>
              <a:gd name="connsiteX7" fmla="*/ 417970 w 1563350"/>
              <a:gd name="connsiteY7" fmla="*/ 1490339 h 1583874"/>
              <a:gd name="connsiteX8" fmla="*/ 3632 w 1563350"/>
              <a:gd name="connsiteY8" fmla="*/ 108833 h 1583874"/>
              <a:gd name="connsiteX9" fmla="*/ 3727 w 1563350"/>
              <a:gd name="connsiteY9" fmla="*/ 60731 h 1583874"/>
              <a:gd name="connsiteX10" fmla="*/ 93072 w 1563350"/>
              <a:gd name="connsiteY10" fmla="*/ 57 h 1583874"/>
              <a:gd name="connsiteX11" fmla="*/ 1470006 w 1563350"/>
              <a:gd name="connsiteY11" fmla="*/ 57 h 1583874"/>
              <a:gd name="connsiteX12" fmla="*/ 1563256 w 1563350"/>
              <a:gd name="connsiteY12" fmla="*/ 93212 h 1583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3350" h="1583874">
                <a:moveTo>
                  <a:pt x="1563351" y="93212"/>
                </a:moveTo>
                <a:lnTo>
                  <a:pt x="1563351" y="1495768"/>
                </a:lnTo>
                <a:cubicBezTo>
                  <a:pt x="1563351" y="1544441"/>
                  <a:pt x="1523918" y="1583874"/>
                  <a:pt x="1475245" y="1583874"/>
                </a:cubicBezTo>
                <a:lnTo>
                  <a:pt x="510076" y="1583874"/>
                </a:lnTo>
                <a:cubicBezTo>
                  <a:pt x="508648" y="1583874"/>
                  <a:pt x="507124" y="1583874"/>
                  <a:pt x="505695" y="1583779"/>
                </a:cubicBezTo>
                <a:cubicBezTo>
                  <a:pt x="470548" y="1582160"/>
                  <a:pt x="440353" y="1558061"/>
                  <a:pt x="429209" y="1524629"/>
                </a:cubicBezTo>
                <a:lnTo>
                  <a:pt x="417970" y="1490910"/>
                </a:lnTo>
                <a:lnTo>
                  <a:pt x="417970" y="1490339"/>
                </a:lnTo>
                <a:lnTo>
                  <a:pt x="3632" y="108833"/>
                </a:lnTo>
                <a:cubicBezTo>
                  <a:pt x="-1035" y="93116"/>
                  <a:pt x="-1416" y="76257"/>
                  <a:pt x="3727" y="60731"/>
                </a:cubicBezTo>
                <a:cubicBezTo>
                  <a:pt x="15919" y="24155"/>
                  <a:pt x="50971" y="-1372"/>
                  <a:pt x="93072" y="57"/>
                </a:cubicBezTo>
                <a:lnTo>
                  <a:pt x="1470006" y="57"/>
                </a:lnTo>
                <a:cubicBezTo>
                  <a:pt x="1520774" y="-1753"/>
                  <a:pt x="1563256" y="40919"/>
                  <a:pt x="1563256" y="93212"/>
                </a:cubicBezTo>
                <a:close/>
              </a:path>
            </a:pathLst>
          </a:custGeom>
          <a:solidFill>
            <a:srgbClr val="FFECC7">
              <a:alpha val="4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rgbClr val="036DAC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8174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9826A9E-2EA1-582E-85A2-B8502700ADB2}"/>
              </a:ext>
            </a:extLst>
          </p:cNvPr>
          <p:cNvSpPr/>
          <p:nvPr userDrawn="1"/>
        </p:nvSpPr>
        <p:spPr>
          <a:xfrm>
            <a:off x="5422865" y="0"/>
            <a:ext cx="6769136" cy="6858001"/>
          </a:xfrm>
          <a:custGeom>
            <a:avLst/>
            <a:gdLst>
              <a:gd name="connsiteX0" fmla="*/ 1563351 w 1563350"/>
              <a:gd name="connsiteY0" fmla="*/ 93212 h 1583874"/>
              <a:gd name="connsiteX1" fmla="*/ 1563351 w 1563350"/>
              <a:gd name="connsiteY1" fmla="*/ 1495768 h 1583874"/>
              <a:gd name="connsiteX2" fmla="*/ 1475245 w 1563350"/>
              <a:gd name="connsiteY2" fmla="*/ 1583874 h 1583874"/>
              <a:gd name="connsiteX3" fmla="*/ 510076 w 1563350"/>
              <a:gd name="connsiteY3" fmla="*/ 1583874 h 1583874"/>
              <a:gd name="connsiteX4" fmla="*/ 505695 w 1563350"/>
              <a:gd name="connsiteY4" fmla="*/ 1583779 h 1583874"/>
              <a:gd name="connsiteX5" fmla="*/ 429209 w 1563350"/>
              <a:gd name="connsiteY5" fmla="*/ 1524629 h 1583874"/>
              <a:gd name="connsiteX6" fmla="*/ 417970 w 1563350"/>
              <a:gd name="connsiteY6" fmla="*/ 1490910 h 1583874"/>
              <a:gd name="connsiteX7" fmla="*/ 417970 w 1563350"/>
              <a:gd name="connsiteY7" fmla="*/ 1490339 h 1583874"/>
              <a:gd name="connsiteX8" fmla="*/ 3632 w 1563350"/>
              <a:gd name="connsiteY8" fmla="*/ 108833 h 1583874"/>
              <a:gd name="connsiteX9" fmla="*/ 3727 w 1563350"/>
              <a:gd name="connsiteY9" fmla="*/ 60731 h 1583874"/>
              <a:gd name="connsiteX10" fmla="*/ 93072 w 1563350"/>
              <a:gd name="connsiteY10" fmla="*/ 57 h 1583874"/>
              <a:gd name="connsiteX11" fmla="*/ 1470006 w 1563350"/>
              <a:gd name="connsiteY11" fmla="*/ 57 h 1583874"/>
              <a:gd name="connsiteX12" fmla="*/ 1563256 w 1563350"/>
              <a:gd name="connsiteY12" fmla="*/ 93212 h 1583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3350" h="1583874">
                <a:moveTo>
                  <a:pt x="1563351" y="93212"/>
                </a:moveTo>
                <a:lnTo>
                  <a:pt x="1563351" y="1495768"/>
                </a:lnTo>
                <a:cubicBezTo>
                  <a:pt x="1563351" y="1544441"/>
                  <a:pt x="1523918" y="1583874"/>
                  <a:pt x="1475245" y="1583874"/>
                </a:cubicBezTo>
                <a:lnTo>
                  <a:pt x="510076" y="1583874"/>
                </a:lnTo>
                <a:cubicBezTo>
                  <a:pt x="508648" y="1583874"/>
                  <a:pt x="507124" y="1583874"/>
                  <a:pt x="505695" y="1583779"/>
                </a:cubicBezTo>
                <a:cubicBezTo>
                  <a:pt x="470548" y="1582160"/>
                  <a:pt x="440353" y="1558061"/>
                  <a:pt x="429209" y="1524629"/>
                </a:cubicBezTo>
                <a:lnTo>
                  <a:pt x="417970" y="1490910"/>
                </a:lnTo>
                <a:lnTo>
                  <a:pt x="417970" y="1490339"/>
                </a:lnTo>
                <a:lnTo>
                  <a:pt x="3632" y="108833"/>
                </a:lnTo>
                <a:cubicBezTo>
                  <a:pt x="-1035" y="93116"/>
                  <a:pt x="-1416" y="76257"/>
                  <a:pt x="3727" y="60731"/>
                </a:cubicBezTo>
                <a:cubicBezTo>
                  <a:pt x="15919" y="24155"/>
                  <a:pt x="50971" y="-1372"/>
                  <a:pt x="93072" y="57"/>
                </a:cubicBezTo>
                <a:lnTo>
                  <a:pt x="1470006" y="57"/>
                </a:lnTo>
                <a:cubicBezTo>
                  <a:pt x="1520774" y="-1753"/>
                  <a:pt x="1563256" y="40919"/>
                  <a:pt x="1563256" y="93212"/>
                </a:cubicBezTo>
                <a:close/>
              </a:path>
            </a:pathLst>
          </a:custGeom>
          <a:solidFill>
            <a:srgbClr val="CBF4F3">
              <a:alpha val="31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rgbClr val="036DAC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4373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9826A9E-2EA1-582E-85A2-B8502700ADB2}"/>
              </a:ext>
            </a:extLst>
          </p:cNvPr>
          <p:cNvSpPr/>
          <p:nvPr userDrawn="1"/>
        </p:nvSpPr>
        <p:spPr>
          <a:xfrm>
            <a:off x="5422865" y="0"/>
            <a:ext cx="6769136" cy="6858001"/>
          </a:xfrm>
          <a:custGeom>
            <a:avLst/>
            <a:gdLst>
              <a:gd name="connsiteX0" fmla="*/ 1563351 w 1563350"/>
              <a:gd name="connsiteY0" fmla="*/ 93212 h 1583874"/>
              <a:gd name="connsiteX1" fmla="*/ 1563351 w 1563350"/>
              <a:gd name="connsiteY1" fmla="*/ 1495768 h 1583874"/>
              <a:gd name="connsiteX2" fmla="*/ 1475245 w 1563350"/>
              <a:gd name="connsiteY2" fmla="*/ 1583874 h 1583874"/>
              <a:gd name="connsiteX3" fmla="*/ 510076 w 1563350"/>
              <a:gd name="connsiteY3" fmla="*/ 1583874 h 1583874"/>
              <a:gd name="connsiteX4" fmla="*/ 505695 w 1563350"/>
              <a:gd name="connsiteY4" fmla="*/ 1583779 h 1583874"/>
              <a:gd name="connsiteX5" fmla="*/ 429209 w 1563350"/>
              <a:gd name="connsiteY5" fmla="*/ 1524629 h 1583874"/>
              <a:gd name="connsiteX6" fmla="*/ 417970 w 1563350"/>
              <a:gd name="connsiteY6" fmla="*/ 1490910 h 1583874"/>
              <a:gd name="connsiteX7" fmla="*/ 417970 w 1563350"/>
              <a:gd name="connsiteY7" fmla="*/ 1490339 h 1583874"/>
              <a:gd name="connsiteX8" fmla="*/ 3632 w 1563350"/>
              <a:gd name="connsiteY8" fmla="*/ 108833 h 1583874"/>
              <a:gd name="connsiteX9" fmla="*/ 3727 w 1563350"/>
              <a:gd name="connsiteY9" fmla="*/ 60731 h 1583874"/>
              <a:gd name="connsiteX10" fmla="*/ 93072 w 1563350"/>
              <a:gd name="connsiteY10" fmla="*/ 57 h 1583874"/>
              <a:gd name="connsiteX11" fmla="*/ 1470006 w 1563350"/>
              <a:gd name="connsiteY11" fmla="*/ 57 h 1583874"/>
              <a:gd name="connsiteX12" fmla="*/ 1563256 w 1563350"/>
              <a:gd name="connsiteY12" fmla="*/ 93212 h 1583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3350" h="1583874">
                <a:moveTo>
                  <a:pt x="1563351" y="93212"/>
                </a:moveTo>
                <a:lnTo>
                  <a:pt x="1563351" y="1495768"/>
                </a:lnTo>
                <a:cubicBezTo>
                  <a:pt x="1563351" y="1544441"/>
                  <a:pt x="1523918" y="1583874"/>
                  <a:pt x="1475245" y="1583874"/>
                </a:cubicBezTo>
                <a:lnTo>
                  <a:pt x="510076" y="1583874"/>
                </a:lnTo>
                <a:cubicBezTo>
                  <a:pt x="508648" y="1583874"/>
                  <a:pt x="507124" y="1583874"/>
                  <a:pt x="505695" y="1583779"/>
                </a:cubicBezTo>
                <a:cubicBezTo>
                  <a:pt x="470548" y="1582160"/>
                  <a:pt x="440353" y="1558061"/>
                  <a:pt x="429209" y="1524629"/>
                </a:cubicBezTo>
                <a:lnTo>
                  <a:pt x="417970" y="1490910"/>
                </a:lnTo>
                <a:lnTo>
                  <a:pt x="417970" y="1490339"/>
                </a:lnTo>
                <a:lnTo>
                  <a:pt x="3632" y="108833"/>
                </a:lnTo>
                <a:cubicBezTo>
                  <a:pt x="-1035" y="93116"/>
                  <a:pt x="-1416" y="76257"/>
                  <a:pt x="3727" y="60731"/>
                </a:cubicBezTo>
                <a:cubicBezTo>
                  <a:pt x="15919" y="24155"/>
                  <a:pt x="50971" y="-1372"/>
                  <a:pt x="93072" y="57"/>
                </a:cubicBezTo>
                <a:lnTo>
                  <a:pt x="1470006" y="57"/>
                </a:lnTo>
                <a:cubicBezTo>
                  <a:pt x="1520774" y="-1753"/>
                  <a:pt x="1563256" y="40919"/>
                  <a:pt x="1563256" y="93212"/>
                </a:cubicBezTo>
                <a:close/>
              </a:path>
            </a:pathLst>
          </a:custGeom>
          <a:solidFill>
            <a:srgbClr val="CBF4F3">
              <a:alpha val="31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rgbClr val="036DAC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769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4AF6807-B03A-07A3-41B1-5D02625CD7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1827" y="3429000"/>
            <a:ext cx="8468346" cy="3104593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4736F7-B997-12EA-0FA5-A1E8286F291B}"/>
              </a:ext>
            </a:extLst>
          </p:cNvPr>
          <p:cNvSpPr/>
          <p:nvPr userDrawn="1"/>
        </p:nvSpPr>
        <p:spPr>
          <a:xfrm>
            <a:off x="8533984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FFECC7"/>
              </a:gs>
              <a:gs pos="50000">
                <a:srgbClr val="FCA900"/>
              </a:gs>
              <a:gs pos="100000">
                <a:srgbClr val="FFECC7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13B8E06-F786-B80A-E8A7-B89FC1CCB827}"/>
              </a:ext>
            </a:extLst>
          </p:cNvPr>
          <p:cNvSpPr/>
          <p:nvPr userDrawn="1"/>
        </p:nvSpPr>
        <p:spPr>
          <a:xfrm>
            <a:off x="5564458" y="2946267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FFECC7"/>
              </a:gs>
              <a:gs pos="50000">
                <a:srgbClr val="FCA900"/>
              </a:gs>
              <a:gs pos="100000">
                <a:srgbClr val="FFECC7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C8FDB1-5A6F-FF72-15E7-E5ECC62DC940}"/>
              </a:ext>
            </a:extLst>
          </p:cNvPr>
          <p:cNvSpPr/>
          <p:nvPr userDrawn="1"/>
        </p:nvSpPr>
        <p:spPr>
          <a:xfrm>
            <a:off x="2095476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FFECC7"/>
              </a:gs>
              <a:gs pos="50000">
                <a:srgbClr val="FCA900"/>
              </a:gs>
              <a:gs pos="100000">
                <a:srgbClr val="FFECC7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6">
            <a:extLst>
              <a:ext uri="{FF2B5EF4-FFF2-40B4-BE49-F238E27FC236}">
                <a16:creationId xmlns:a16="http://schemas.microsoft.com/office/drawing/2014/main" id="{1894724A-B533-6EE6-3485-3BA3CEF1EC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1828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199" y="23063"/>
                  <a:pt x="48667" y="-1310"/>
                  <a:pt x="88864" y="55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F8633871-F655-FD56-A053-AD9A9065EC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9664" y="3141532"/>
            <a:ext cx="1492673" cy="1512268"/>
          </a:xfrm>
          <a:custGeom>
            <a:avLst/>
            <a:gdLst>
              <a:gd name="connsiteX0" fmla="*/ 88865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5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5" y="55"/>
                </a:moveTo>
                <a:lnTo>
                  <a:pt x="1403548" y="55"/>
                </a:lnTo>
                <a:cubicBezTo>
                  <a:pt x="1452021" y="-1674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8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6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5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F919955F-60E7-DE90-8D8D-C1B17FD822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70203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2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4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8124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4AF6807-B03A-07A3-41B1-5D02625CD7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1827" y="3429000"/>
            <a:ext cx="8468346" cy="3104593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4736F7-B997-12EA-0FA5-A1E8286F291B}"/>
              </a:ext>
            </a:extLst>
          </p:cNvPr>
          <p:cNvSpPr/>
          <p:nvPr userDrawn="1"/>
        </p:nvSpPr>
        <p:spPr>
          <a:xfrm>
            <a:off x="8533984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CBF4F3"/>
              </a:gs>
              <a:gs pos="50000">
                <a:srgbClr val="69E2D6"/>
              </a:gs>
              <a:gs pos="100000">
                <a:srgbClr val="CBF4F3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13B8E06-F786-B80A-E8A7-B89FC1CCB827}"/>
              </a:ext>
            </a:extLst>
          </p:cNvPr>
          <p:cNvSpPr/>
          <p:nvPr userDrawn="1"/>
        </p:nvSpPr>
        <p:spPr>
          <a:xfrm>
            <a:off x="5564458" y="2946267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CBF4F3"/>
              </a:gs>
              <a:gs pos="50000">
                <a:srgbClr val="69E2D6"/>
              </a:gs>
              <a:gs pos="100000">
                <a:srgbClr val="CBF4F3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C8FDB1-5A6F-FF72-15E7-E5ECC62DC940}"/>
              </a:ext>
            </a:extLst>
          </p:cNvPr>
          <p:cNvSpPr/>
          <p:nvPr userDrawn="1"/>
        </p:nvSpPr>
        <p:spPr>
          <a:xfrm>
            <a:off x="2095476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CBF4F3"/>
              </a:gs>
              <a:gs pos="50000">
                <a:srgbClr val="69E2D6"/>
              </a:gs>
              <a:gs pos="100000">
                <a:srgbClr val="CBF4F3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6">
            <a:extLst>
              <a:ext uri="{FF2B5EF4-FFF2-40B4-BE49-F238E27FC236}">
                <a16:creationId xmlns:a16="http://schemas.microsoft.com/office/drawing/2014/main" id="{1894724A-B533-6EE6-3485-3BA3CEF1EC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1828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199" y="23063"/>
                  <a:pt x="48667" y="-1310"/>
                  <a:pt x="88864" y="55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F8633871-F655-FD56-A053-AD9A9065EC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9664" y="3141532"/>
            <a:ext cx="1492673" cy="1512268"/>
          </a:xfrm>
          <a:custGeom>
            <a:avLst/>
            <a:gdLst>
              <a:gd name="connsiteX0" fmla="*/ 88865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5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5" y="55"/>
                </a:moveTo>
                <a:lnTo>
                  <a:pt x="1403548" y="55"/>
                </a:lnTo>
                <a:cubicBezTo>
                  <a:pt x="1452021" y="-1674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8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6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5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F919955F-60E7-DE90-8D8D-C1B17FD822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70203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2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4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6479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4AF6807-B03A-07A3-41B1-5D02625CD7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1827" y="3429000"/>
            <a:ext cx="8468346" cy="3104593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4736F7-B997-12EA-0FA5-A1E8286F291B}"/>
              </a:ext>
            </a:extLst>
          </p:cNvPr>
          <p:cNvSpPr/>
          <p:nvPr userDrawn="1"/>
        </p:nvSpPr>
        <p:spPr>
          <a:xfrm>
            <a:off x="8533984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BBE7F2"/>
              </a:gs>
              <a:gs pos="50000">
                <a:srgbClr val="036DAC"/>
              </a:gs>
              <a:gs pos="100000">
                <a:srgbClr val="BBE7F2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13B8E06-F786-B80A-E8A7-B89FC1CCB827}"/>
              </a:ext>
            </a:extLst>
          </p:cNvPr>
          <p:cNvSpPr/>
          <p:nvPr userDrawn="1"/>
        </p:nvSpPr>
        <p:spPr>
          <a:xfrm>
            <a:off x="5564458" y="2946267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BBE7F2"/>
              </a:gs>
              <a:gs pos="50000">
                <a:srgbClr val="036DAC"/>
              </a:gs>
              <a:gs pos="100000">
                <a:srgbClr val="BBE7F2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C8FDB1-5A6F-FF72-15E7-E5ECC62DC940}"/>
              </a:ext>
            </a:extLst>
          </p:cNvPr>
          <p:cNvSpPr/>
          <p:nvPr userDrawn="1"/>
        </p:nvSpPr>
        <p:spPr>
          <a:xfrm>
            <a:off x="2095476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BBE7F2"/>
              </a:gs>
              <a:gs pos="50000">
                <a:srgbClr val="036DAC"/>
              </a:gs>
              <a:gs pos="100000">
                <a:srgbClr val="BBE7F2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6">
            <a:extLst>
              <a:ext uri="{FF2B5EF4-FFF2-40B4-BE49-F238E27FC236}">
                <a16:creationId xmlns:a16="http://schemas.microsoft.com/office/drawing/2014/main" id="{1894724A-B533-6EE6-3485-3BA3CEF1EC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1828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199" y="23063"/>
                  <a:pt x="48667" y="-1310"/>
                  <a:pt x="88864" y="55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F8633871-F655-FD56-A053-AD9A9065EC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9664" y="3141532"/>
            <a:ext cx="1492673" cy="1512268"/>
          </a:xfrm>
          <a:custGeom>
            <a:avLst/>
            <a:gdLst>
              <a:gd name="connsiteX0" fmla="*/ 88865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5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5" y="55"/>
                </a:moveTo>
                <a:lnTo>
                  <a:pt x="1403548" y="55"/>
                </a:lnTo>
                <a:cubicBezTo>
                  <a:pt x="1452021" y="-1674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8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6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5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F919955F-60E7-DE90-8D8D-C1B17FD822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70203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2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4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0064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327234-ED8C-0AED-9A86-7EB5485F336D}"/>
              </a:ext>
            </a:extLst>
          </p:cNvPr>
          <p:cNvSpPr/>
          <p:nvPr userDrawn="1"/>
        </p:nvSpPr>
        <p:spPr>
          <a:xfrm>
            <a:off x="4368416" y="1140178"/>
            <a:ext cx="3471435" cy="4425244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CBF4F3"/>
              </a:gs>
              <a:gs pos="50000">
                <a:srgbClr val="69E2D6"/>
              </a:gs>
              <a:gs pos="100000">
                <a:srgbClr val="CBF4F3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D3F9046-54F0-B5CE-4ABB-5F2C9DFCE9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53902" y="1586130"/>
            <a:ext cx="3678705" cy="3726998"/>
          </a:xfrm>
          <a:custGeom>
            <a:avLst/>
            <a:gdLst>
              <a:gd name="connsiteX0" fmla="*/ 219007 w 3678705"/>
              <a:gd name="connsiteY0" fmla="*/ 135 h 3726998"/>
              <a:gd name="connsiteX1" fmla="*/ 3459056 w 3678705"/>
              <a:gd name="connsiteY1" fmla="*/ 135 h 3726998"/>
              <a:gd name="connsiteX2" fmla="*/ 3678482 w 3678705"/>
              <a:gd name="connsiteY2" fmla="*/ 219337 h 3726998"/>
              <a:gd name="connsiteX3" fmla="*/ 3678705 w 3678705"/>
              <a:gd name="connsiteY3" fmla="*/ 219337 h 3726998"/>
              <a:gd name="connsiteX4" fmla="*/ 3678705 w 3678705"/>
              <a:gd name="connsiteY4" fmla="*/ 3519677 h 3726998"/>
              <a:gd name="connsiteX5" fmla="*/ 3471384 w 3678705"/>
              <a:gd name="connsiteY5" fmla="*/ 3726998 h 3726998"/>
              <a:gd name="connsiteX6" fmla="*/ 1200255 w 3678705"/>
              <a:gd name="connsiteY6" fmla="*/ 3726998 h 3726998"/>
              <a:gd name="connsiteX7" fmla="*/ 1189946 w 3678705"/>
              <a:gd name="connsiteY7" fmla="*/ 3726775 h 3726998"/>
              <a:gd name="connsiteX8" fmla="*/ 1009968 w 3678705"/>
              <a:gd name="connsiteY8" fmla="*/ 3587589 h 3726998"/>
              <a:gd name="connsiteX9" fmla="*/ 983521 w 3678705"/>
              <a:gd name="connsiteY9" fmla="*/ 3508246 h 3726998"/>
              <a:gd name="connsiteX10" fmla="*/ 983521 w 3678705"/>
              <a:gd name="connsiteY10" fmla="*/ 3506902 h 3726998"/>
              <a:gd name="connsiteX11" fmla="*/ 8547 w 3678705"/>
              <a:gd name="connsiteY11" fmla="*/ 256095 h 3726998"/>
              <a:gd name="connsiteX12" fmla="*/ 8770 w 3678705"/>
              <a:gd name="connsiteY12" fmla="*/ 142907 h 3726998"/>
              <a:gd name="connsiteX13" fmla="*/ 219007 w 3678705"/>
              <a:gd name="connsiteY13" fmla="*/ 135 h 37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78705" h="3726998">
                <a:moveTo>
                  <a:pt x="219007" y="135"/>
                </a:moveTo>
                <a:lnTo>
                  <a:pt x="3459056" y="135"/>
                </a:lnTo>
                <a:cubicBezTo>
                  <a:pt x="3578518" y="-4124"/>
                  <a:pt x="3678482" y="96287"/>
                  <a:pt x="3678482" y="219337"/>
                </a:cubicBezTo>
                <a:lnTo>
                  <a:pt x="3678705" y="219337"/>
                </a:lnTo>
                <a:lnTo>
                  <a:pt x="3678705" y="3519677"/>
                </a:lnTo>
                <a:cubicBezTo>
                  <a:pt x="3678705" y="3634209"/>
                  <a:pt x="3585916" y="3726998"/>
                  <a:pt x="3471384" y="3726998"/>
                </a:cubicBezTo>
                <a:lnTo>
                  <a:pt x="1200255" y="3726998"/>
                </a:lnTo>
                <a:cubicBezTo>
                  <a:pt x="1196895" y="3726998"/>
                  <a:pt x="1193309" y="3726998"/>
                  <a:pt x="1189946" y="3726775"/>
                </a:cubicBezTo>
                <a:cubicBezTo>
                  <a:pt x="1107242" y="3722965"/>
                  <a:pt x="1036190" y="3666258"/>
                  <a:pt x="1009968" y="3587589"/>
                </a:cubicBezTo>
                <a:lnTo>
                  <a:pt x="983521" y="3508246"/>
                </a:lnTo>
                <a:lnTo>
                  <a:pt x="983521" y="3506902"/>
                </a:lnTo>
                <a:lnTo>
                  <a:pt x="8547" y="256095"/>
                </a:lnTo>
                <a:cubicBezTo>
                  <a:pt x="-2435" y="219111"/>
                  <a:pt x="-3332" y="179441"/>
                  <a:pt x="8770" y="142907"/>
                </a:cubicBezTo>
                <a:cubicBezTo>
                  <a:pt x="37459" y="56840"/>
                  <a:pt x="119939" y="-3227"/>
                  <a:pt x="219007" y="13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4081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327234-ED8C-0AED-9A86-7EB5485F336D}"/>
              </a:ext>
            </a:extLst>
          </p:cNvPr>
          <p:cNvSpPr/>
          <p:nvPr userDrawn="1"/>
        </p:nvSpPr>
        <p:spPr>
          <a:xfrm>
            <a:off x="4368416" y="1140178"/>
            <a:ext cx="3471435" cy="4425244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FFECC7"/>
              </a:gs>
              <a:gs pos="50000">
                <a:srgbClr val="FCA900"/>
              </a:gs>
              <a:gs pos="100000">
                <a:srgbClr val="FFECC7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D3F9046-54F0-B5CE-4ABB-5F2C9DFCE9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53902" y="1586130"/>
            <a:ext cx="3678705" cy="3726998"/>
          </a:xfrm>
          <a:custGeom>
            <a:avLst/>
            <a:gdLst>
              <a:gd name="connsiteX0" fmla="*/ 219007 w 3678705"/>
              <a:gd name="connsiteY0" fmla="*/ 135 h 3726998"/>
              <a:gd name="connsiteX1" fmla="*/ 3459056 w 3678705"/>
              <a:gd name="connsiteY1" fmla="*/ 135 h 3726998"/>
              <a:gd name="connsiteX2" fmla="*/ 3678482 w 3678705"/>
              <a:gd name="connsiteY2" fmla="*/ 219337 h 3726998"/>
              <a:gd name="connsiteX3" fmla="*/ 3678705 w 3678705"/>
              <a:gd name="connsiteY3" fmla="*/ 219337 h 3726998"/>
              <a:gd name="connsiteX4" fmla="*/ 3678705 w 3678705"/>
              <a:gd name="connsiteY4" fmla="*/ 3519677 h 3726998"/>
              <a:gd name="connsiteX5" fmla="*/ 3471384 w 3678705"/>
              <a:gd name="connsiteY5" fmla="*/ 3726998 h 3726998"/>
              <a:gd name="connsiteX6" fmla="*/ 1200255 w 3678705"/>
              <a:gd name="connsiteY6" fmla="*/ 3726998 h 3726998"/>
              <a:gd name="connsiteX7" fmla="*/ 1189946 w 3678705"/>
              <a:gd name="connsiteY7" fmla="*/ 3726775 h 3726998"/>
              <a:gd name="connsiteX8" fmla="*/ 1009968 w 3678705"/>
              <a:gd name="connsiteY8" fmla="*/ 3587589 h 3726998"/>
              <a:gd name="connsiteX9" fmla="*/ 983521 w 3678705"/>
              <a:gd name="connsiteY9" fmla="*/ 3508246 h 3726998"/>
              <a:gd name="connsiteX10" fmla="*/ 983521 w 3678705"/>
              <a:gd name="connsiteY10" fmla="*/ 3506902 h 3726998"/>
              <a:gd name="connsiteX11" fmla="*/ 8547 w 3678705"/>
              <a:gd name="connsiteY11" fmla="*/ 256095 h 3726998"/>
              <a:gd name="connsiteX12" fmla="*/ 8770 w 3678705"/>
              <a:gd name="connsiteY12" fmla="*/ 142907 h 3726998"/>
              <a:gd name="connsiteX13" fmla="*/ 219007 w 3678705"/>
              <a:gd name="connsiteY13" fmla="*/ 135 h 37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78705" h="3726998">
                <a:moveTo>
                  <a:pt x="219007" y="135"/>
                </a:moveTo>
                <a:lnTo>
                  <a:pt x="3459056" y="135"/>
                </a:lnTo>
                <a:cubicBezTo>
                  <a:pt x="3578518" y="-4124"/>
                  <a:pt x="3678482" y="96287"/>
                  <a:pt x="3678482" y="219337"/>
                </a:cubicBezTo>
                <a:lnTo>
                  <a:pt x="3678705" y="219337"/>
                </a:lnTo>
                <a:lnTo>
                  <a:pt x="3678705" y="3519677"/>
                </a:lnTo>
                <a:cubicBezTo>
                  <a:pt x="3678705" y="3634209"/>
                  <a:pt x="3585916" y="3726998"/>
                  <a:pt x="3471384" y="3726998"/>
                </a:cubicBezTo>
                <a:lnTo>
                  <a:pt x="1200255" y="3726998"/>
                </a:lnTo>
                <a:cubicBezTo>
                  <a:pt x="1196895" y="3726998"/>
                  <a:pt x="1193309" y="3726998"/>
                  <a:pt x="1189946" y="3726775"/>
                </a:cubicBezTo>
                <a:cubicBezTo>
                  <a:pt x="1107242" y="3722965"/>
                  <a:pt x="1036190" y="3666258"/>
                  <a:pt x="1009968" y="3587589"/>
                </a:cubicBezTo>
                <a:lnTo>
                  <a:pt x="983521" y="3508246"/>
                </a:lnTo>
                <a:lnTo>
                  <a:pt x="983521" y="3506902"/>
                </a:lnTo>
                <a:lnTo>
                  <a:pt x="8547" y="256095"/>
                </a:lnTo>
                <a:cubicBezTo>
                  <a:pt x="-2435" y="219111"/>
                  <a:pt x="-3332" y="179441"/>
                  <a:pt x="8770" y="142907"/>
                </a:cubicBezTo>
                <a:cubicBezTo>
                  <a:pt x="37459" y="56840"/>
                  <a:pt x="119939" y="-3227"/>
                  <a:pt x="219007" y="13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007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327234-ED8C-0AED-9A86-7EB5485F336D}"/>
              </a:ext>
            </a:extLst>
          </p:cNvPr>
          <p:cNvSpPr/>
          <p:nvPr userDrawn="1"/>
        </p:nvSpPr>
        <p:spPr>
          <a:xfrm>
            <a:off x="4368416" y="1140178"/>
            <a:ext cx="3471435" cy="4425244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BBE7F2"/>
              </a:gs>
              <a:gs pos="50000">
                <a:srgbClr val="036DAC"/>
              </a:gs>
              <a:gs pos="100000">
                <a:srgbClr val="BBE7F2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D3F9046-54F0-B5CE-4ABB-5F2C9DFCE9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53902" y="1586130"/>
            <a:ext cx="3678705" cy="3726998"/>
          </a:xfrm>
          <a:custGeom>
            <a:avLst/>
            <a:gdLst>
              <a:gd name="connsiteX0" fmla="*/ 219007 w 3678705"/>
              <a:gd name="connsiteY0" fmla="*/ 135 h 3726998"/>
              <a:gd name="connsiteX1" fmla="*/ 3459056 w 3678705"/>
              <a:gd name="connsiteY1" fmla="*/ 135 h 3726998"/>
              <a:gd name="connsiteX2" fmla="*/ 3678482 w 3678705"/>
              <a:gd name="connsiteY2" fmla="*/ 219337 h 3726998"/>
              <a:gd name="connsiteX3" fmla="*/ 3678705 w 3678705"/>
              <a:gd name="connsiteY3" fmla="*/ 219337 h 3726998"/>
              <a:gd name="connsiteX4" fmla="*/ 3678705 w 3678705"/>
              <a:gd name="connsiteY4" fmla="*/ 3519677 h 3726998"/>
              <a:gd name="connsiteX5" fmla="*/ 3471384 w 3678705"/>
              <a:gd name="connsiteY5" fmla="*/ 3726998 h 3726998"/>
              <a:gd name="connsiteX6" fmla="*/ 1200255 w 3678705"/>
              <a:gd name="connsiteY6" fmla="*/ 3726998 h 3726998"/>
              <a:gd name="connsiteX7" fmla="*/ 1189946 w 3678705"/>
              <a:gd name="connsiteY7" fmla="*/ 3726775 h 3726998"/>
              <a:gd name="connsiteX8" fmla="*/ 1009968 w 3678705"/>
              <a:gd name="connsiteY8" fmla="*/ 3587589 h 3726998"/>
              <a:gd name="connsiteX9" fmla="*/ 983521 w 3678705"/>
              <a:gd name="connsiteY9" fmla="*/ 3508246 h 3726998"/>
              <a:gd name="connsiteX10" fmla="*/ 983521 w 3678705"/>
              <a:gd name="connsiteY10" fmla="*/ 3506902 h 3726998"/>
              <a:gd name="connsiteX11" fmla="*/ 8547 w 3678705"/>
              <a:gd name="connsiteY11" fmla="*/ 256095 h 3726998"/>
              <a:gd name="connsiteX12" fmla="*/ 8770 w 3678705"/>
              <a:gd name="connsiteY12" fmla="*/ 142907 h 3726998"/>
              <a:gd name="connsiteX13" fmla="*/ 219007 w 3678705"/>
              <a:gd name="connsiteY13" fmla="*/ 135 h 37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78705" h="3726998">
                <a:moveTo>
                  <a:pt x="219007" y="135"/>
                </a:moveTo>
                <a:lnTo>
                  <a:pt x="3459056" y="135"/>
                </a:lnTo>
                <a:cubicBezTo>
                  <a:pt x="3578518" y="-4124"/>
                  <a:pt x="3678482" y="96287"/>
                  <a:pt x="3678482" y="219337"/>
                </a:cubicBezTo>
                <a:lnTo>
                  <a:pt x="3678705" y="219337"/>
                </a:lnTo>
                <a:lnTo>
                  <a:pt x="3678705" y="3519677"/>
                </a:lnTo>
                <a:cubicBezTo>
                  <a:pt x="3678705" y="3634209"/>
                  <a:pt x="3585916" y="3726998"/>
                  <a:pt x="3471384" y="3726998"/>
                </a:cubicBezTo>
                <a:lnTo>
                  <a:pt x="1200255" y="3726998"/>
                </a:lnTo>
                <a:cubicBezTo>
                  <a:pt x="1196895" y="3726998"/>
                  <a:pt x="1193309" y="3726998"/>
                  <a:pt x="1189946" y="3726775"/>
                </a:cubicBezTo>
                <a:cubicBezTo>
                  <a:pt x="1107242" y="3722965"/>
                  <a:pt x="1036190" y="3666258"/>
                  <a:pt x="1009968" y="3587589"/>
                </a:cubicBezTo>
                <a:lnTo>
                  <a:pt x="983521" y="3508246"/>
                </a:lnTo>
                <a:lnTo>
                  <a:pt x="983521" y="3506902"/>
                </a:lnTo>
                <a:lnTo>
                  <a:pt x="8547" y="256095"/>
                </a:lnTo>
                <a:cubicBezTo>
                  <a:pt x="-2435" y="219111"/>
                  <a:pt x="-3332" y="179441"/>
                  <a:pt x="8770" y="142907"/>
                </a:cubicBezTo>
                <a:cubicBezTo>
                  <a:pt x="37459" y="56840"/>
                  <a:pt x="119939" y="-3227"/>
                  <a:pt x="219007" y="13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154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A7C2-7430-1399-6BE2-90C391FEB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Break slide</a:t>
            </a:r>
            <a:br>
              <a:rPr lang="en-US"/>
            </a:br>
            <a:r>
              <a:rPr lang="en-US"/>
              <a:t>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C6F3-805E-6A66-B923-3029A6F9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F2CF7-E2B2-E1DC-0FD3-492BA720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8DE15D5-826C-7DD9-EE46-22733462BDFC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gradFill flip="none" rotWithShape="1">
            <a:gsLst>
              <a:gs pos="0">
                <a:srgbClr val="036DAB">
                  <a:shade val="30000"/>
                  <a:satMod val="115000"/>
                </a:srgbClr>
              </a:gs>
              <a:gs pos="50000">
                <a:srgbClr val="036DAB">
                  <a:shade val="67500"/>
                  <a:satMod val="115000"/>
                </a:srgbClr>
              </a:gs>
              <a:gs pos="100000">
                <a:srgbClr val="036DAB">
                  <a:shade val="100000"/>
                  <a:satMod val="115000"/>
                </a:srgbClr>
              </a:gs>
            </a:gsLst>
            <a:lin ang="16200000" scaled="1"/>
            <a:tileRect/>
          </a:gra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71B454-FC51-4858-8962-2B10C460004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9262" y="716177"/>
            <a:ext cx="2181225" cy="543697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584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9BC6E-9E4C-0333-4F14-3683691A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70F5D-1CDF-E435-4680-6E27699C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B02C05C-01CC-3EDA-C766-BCCE3AF58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F00726-EE7B-C18F-320B-1C0E1523B9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F61AB7-2F52-5E34-6B9A-24734A4C3C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9060" y="1571913"/>
            <a:ext cx="4522584" cy="4581755"/>
          </a:xfrm>
          <a:custGeom>
            <a:avLst/>
            <a:gdLst>
              <a:gd name="connsiteX0" fmla="*/ 269166 w 4522584"/>
              <a:gd name="connsiteY0" fmla="*/ 165 h 4581755"/>
              <a:gd name="connsiteX1" fmla="*/ 4252547 w 4522584"/>
              <a:gd name="connsiteY1" fmla="*/ 165 h 4581755"/>
              <a:gd name="connsiteX2" fmla="*/ 4522447 w 4522584"/>
              <a:gd name="connsiteY2" fmla="*/ 269652 h 4581755"/>
              <a:gd name="connsiteX3" fmla="*/ 4522584 w 4522584"/>
              <a:gd name="connsiteY3" fmla="*/ 269515 h 4581755"/>
              <a:gd name="connsiteX4" fmla="*/ 4522584 w 4522584"/>
              <a:gd name="connsiteY4" fmla="*/ 4326971 h 4581755"/>
              <a:gd name="connsiteX5" fmla="*/ 4267800 w 4522584"/>
              <a:gd name="connsiteY5" fmla="*/ 4581755 h 4581755"/>
              <a:gd name="connsiteX6" fmla="*/ 1475749 w 4522584"/>
              <a:gd name="connsiteY6" fmla="*/ 4581755 h 4581755"/>
              <a:gd name="connsiteX7" fmla="*/ 1463107 w 4522584"/>
              <a:gd name="connsiteY7" fmla="*/ 4581480 h 4581755"/>
              <a:gd name="connsiteX8" fmla="*/ 1241992 w 4522584"/>
              <a:gd name="connsiteY8" fmla="*/ 4410250 h 4581755"/>
              <a:gd name="connsiteX9" fmla="*/ 1209560 w 4522584"/>
              <a:gd name="connsiteY9" fmla="*/ 4312678 h 4581755"/>
              <a:gd name="connsiteX10" fmla="*/ 1209560 w 4522584"/>
              <a:gd name="connsiteY10" fmla="*/ 4311030 h 4581755"/>
              <a:gd name="connsiteX11" fmla="*/ 10533 w 4522584"/>
              <a:gd name="connsiteY11" fmla="*/ 315004 h 4581755"/>
              <a:gd name="connsiteX12" fmla="*/ 10808 w 4522584"/>
              <a:gd name="connsiteY12" fmla="*/ 175929 h 4581755"/>
              <a:gd name="connsiteX13" fmla="*/ 269166 w 4522584"/>
              <a:gd name="connsiteY13" fmla="*/ 165 h 458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22584" h="4581755">
                <a:moveTo>
                  <a:pt x="269166" y="165"/>
                </a:moveTo>
                <a:lnTo>
                  <a:pt x="4252547" y="165"/>
                </a:lnTo>
                <a:cubicBezTo>
                  <a:pt x="4399315" y="-5059"/>
                  <a:pt x="4522447" y="118485"/>
                  <a:pt x="4522447" y="269652"/>
                </a:cubicBezTo>
                <a:lnTo>
                  <a:pt x="4522584" y="269515"/>
                </a:lnTo>
                <a:lnTo>
                  <a:pt x="4522584" y="4326971"/>
                </a:lnTo>
                <a:cubicBezTo>
                  <a:pt x="4522584" y="4467694"/>
                  <a:pt x="4408521" y="4581755"/>
                  <a:pt x="4267800" y="4581755"/>
                </a:cubicBezTo>
                <a:lnTo>
                  <a:pt x="1475749" y="4581755"/>
                </a:lnTo>
                <a:cubicBezTo>
                  <a:pt x="1471490" y="4581755"/>
                  <a:pt x="1467368" y="4581755"/>
                  <a:pt x="1463107" y="4581480"/>
                </a:cubicBezTo>
                <a:cubicBezTo>
                  <a:pt x="1361413" y="4576946"/>
                  <a:pt x="1274149" y="4506996"/>
                  <a:pt x="1241992" y="4410250"/>
                </a:cubicBezTo>
                <a:lnTo>
                  <a:pt x="1209560" y="4312678"/>
                </a:lnTo>
                <a:lnTo>
                  <a:pt x="1209560" y="4311030"/>
                </a:lnTo>
                <a:lnTo>
                  <a:pt x="10533" y="315004"/>
                </a:lnTo>
                <a:cubicBezTo>
                  <a:pt x="-3072" y="269652"/>
                  <a:pt x="-4035" y="220867"/>
                  <a:pt x="10808" y="175929"/>
                </a:cubicBezTo>
                <a:cubicBezTo>
                  <a:pt x="45850" y="69837"/>
                  <a:pt x="147407" y="-3959"/>
                  <a:pt x="269166" y="165"/>
                </a:cubicBez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1771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788A0FE-A808-F2BE-7EEF-CA9077E7FA1F}"/>
              </a:ext>
            </a:extLst>
          </p:cNvPr>
          <p:cNvGrpSpPr/>
          <p:nvPr userDrawn="1"/>
        </p:nvGrpSpPr>
        <p:grpSpPr>
          <a:xfrm>
            <a:off x="4232031" y="2172117"/>
            <a:ext cx="7959969" cy="2513766"/>
            <a:chOff x="4232031" y="1960263"/>
            <a:chExt cx="7959969" cy="251376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881E4F-7C59-426D-0D69-0108A8005B8F}"/>
                </a:ext>
              </a:extLst>
            </p:cNvPr>
            <p:cNvSpPr txBox="1"/>
            <p:nvPr/>
          </p:nvSpPr>
          <p:spPr>
            <a:xfrm>
              <a:off x="5173961" y="1960263"/>
              <a:ext cx="6128581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>
                  <a:solidFill>
                    <a:srgbClr val="036DAC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Thank You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F0B80E-7E77-EE59-5CB3-B449E1CCD4CC}"/>
                </a:ext>
              </a:extLst>
            </p:cNvPr>
            <p:cNvGrpSpPr/>
            <p:nvPr/>
          </p:nvGrpSpPr>
          <p:grpSpPr>
            <a:xfrm>
              <a:off x="4232031" y="2939727"/>
              <a:ext cx="7959969" cy="1534302"/>
              <a:chOff x="5035275" y="3593225"/>
              <a:chExt cx="7992461" cy="1540565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5F81C0E-EE9F-905A-EAD0-BDC6FE074203}"/>
                  </a:ext>
                </a:extLst>
              </p:cNvPr>
              <p:cNvSpPr/>
              <p:nvPr/>
            </p:nvSpPr>
            <p:spPr>
              <a:xfrm>
                <a:off x="5035275" y="3593225"/>
                <a:ext cx="7992461" cy="1540565"/>
              </a:xfrm>
              <a:prstGeom prst="roundRect">
                <a:avLst/>
              </a:prstGeom>
              <a:solidFill>
                <a:srgbClr val="E7F6FF"/>
              </a:solidFill>
              <a:ln w="3175">
                <a:solidFill>
                  <a:srgbClr val="D0EDFE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/>
                  <a:t>  </a:t>
                </a:r>
                <a:endParaRPr lang="id-ID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26A7294-34AE-3ACC-B51C-8958871C0D2B}"/>
                  </a:ext>
                </a:extLst>
              </p:cNvPr>
              <p:cNvGrpSpPr/>
              <p:nvPr/>
            </p:nvGrpSpPr>
            <p:grpSpPr>
              <a:xfrm>
                <a:off x="6879881" y="4629993"/>
                <a:ext cx="5113355" cy="276999"/>
                <a:chOff x="6249738" y="4201706"/>
                <a:chExt cx="5113355" cy="276999"/>
              </a:xfrm>
            </p:grpSpPr>
            <p:sp>
              <p:nvSpPr>
                <p:cNvPr id="26" name="1. Where does AI fit in your business?​">
                  <a:extLst>
                    <a:ext uri="{FF2B5EF4-FFF2-40B4-BE49-F238E27FC236}">
                      <a16:creationId xmlns:a16="http://schemas.microsoft.com/office/drawing/2014/main" id="{A0C6F40E-BC60-5407-EDF1-12E6F1752584}"/>
                    </a:ext>
                  </a:extLst>
                </p:cNvPr>
                <p:cNvSpPr txBox="1"/>
                <p:nvPr/>
              </p:nvSpPr>
              <p:spPr>
                <a:xfrm>
                  <a:off x="6611045" y="4201706"/>
                  <a:ext cx="1986545" cy="276999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2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www.borderlessaccess.com</a:t>
                  </a:r>
                  <a:endParaRPr lang="en-IN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7" name="1. Where does AI fit in your business?​">
                  <a:extLst>
                    <a:ext uri="{FF2B5EF4-FFF2-40B4-BE49-F238E27FC236}">
                      <a16:creationId xmlns:a16="http://schemas.microsoft.com/office/drawing/2014/main" id="{2D003366-5441-2465-D1C6-339CEB2082A6}"/>
                    </a:ext>
                  </a:extLst>
                </p:cNvPr>
                <p:cNvSpPr txBox="1"/>
                <p:nvPr/>
              </p:nvSpPr>
              <p:spPr>
                <a:xfrm>
                  <a:off x="9086616" y="4201706"/>
                  <a:ext cx="2276477" cy="276999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2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connect@borderlessaccess.com</a:t>
                  </a:r>
                </a:p>
              </p:txBody>
            </p:sp>
            <p:pic>
              <p:nvPicPr>
                <p:cNvPr id="28" name="Graphic 33">
                  <a:extLst>
                    <a:ext uri="{FF2B5EF4-FFF2-40B4-BE49-F238E27FC236}">
                      <a16:creationId xmlns:a16="http://schemas.microsoft.com/office/drawing/2014/main" id="{C99245F6-4A1E-ABA6-E5D0-89C0885082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9738" y="4218211"/>
                  <a:ext cx="244495" cy="228601"/>
                </a:xfrm>
                <a:prstGeom prst="rect">
                  <a:avLst/>
                </a:prstGeom>
              </p:spPr>
            </p:pic>
            <p:pic>
              <p:nvPicPr>
                <p:cNvPr id="29" name="Graphic 34">
                  <a:extLst>
                    <a:ext uri="{FF2B5EF4-FFF2-40B4-BE49-F238E27FC236}">
                      <a16:creationId xmlns:a16="http://schemas.microsoft.com/office/drawing/2014/main" id="{3EDE1F19-004D-BF6C-CAE4-B321EB80F4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25309" y="4237807"/>
                  <a:ext cx="281848" cy="189409"/>
                </a:xfrm>
                <a:prstGeom prst="rect">
                  <a:avLst/>
                </a:prstGeom>
              </p:spPr>
            </p:pic>
          </p:grpSp>
          <p:sp>
            <p:nvSpPr>
              <p:cNvPr id="13" name="1. Where does AI fit in your business?​">
                <a:extLst>
                  <a:ext uri="{FF2B5EF4-FFF2-40B4-BE49-F238E27FC236}">
                    <a16:creationId xmlns:a16="http://schemas.microsoft.com/office/drawing/2014/main" id="{76A729E2-461D-E74F-7255-DC6CC9274A45}"/>
                  </a:ext>
                </a:extLst>
              </p:cNvPr>
              <p:cNvSpPr txBox="1"/>
              <p:nvPr/>
            </p:nvSpPr>
            <p:spPr>
              <a:xfrm>
                <a:off x="7369860" y="3769746"/>
                <a:ext cx="3534378" cy="351231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 spc="3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OFFICE LOCATIONS</a:t>
                </a:r>
                <a:endParaRPr lang="en-IN" sz="1600" b="1" spc="3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" name="1. Where does AI fit in your business?​">
                <a:extLst>
                  <a:ext uri="{FF2B5EF4-FFF2-40B4-BE49-F238E27FC236}">
                    <a16:creationId xmlns:a16="http://schemas.microsoft.com/office/drawing/2014/main" id="{FFF227E0-B836-6397-3098-25E85B44BEE9}"/>
                  </a:ext>
                </a:extLst>
              </p:cNvPr>
              <p:cNvSpPr txBox="1"/>
              <p:nvPr/>
            </p:nvSpPr>
            <p:spPr>
              <a:xfrm>
                <a:off x="6834110" y="4217819"/>
                <a:ext cx="4964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1. Where does AI fit in your business?​">
                <a:extLst>
                  <a:ext uri="{FF2B5EF4-FFF2-40B4-BE49-F238E27FC236}">
                    <a16:creationId xmlns:a16="http://schemas.microsoft.com/office/drawing/2014/main" id="{D8C9B29C-F87F-7494-4498-01FC85262AF7}"/>
                  </a:ext>
                </a:extLst>
              </p:cNvPr>
              <p:cNvSpPr txBox="1"/>
              <p:nvPr/>
            </p:nvSpPr>
            <p:spPr>
              <a:xfrm>
                <a:off x="7516753" y="4229713"/>
                <a:ext cx="212206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UK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1. Where does AI fit in your business?​">
                <a:extLst>
                  <a:ext uri="{FF2B5EF4-FFF2-40B4-BE49-F238E27FC236}">
                    <a16:creationId xmlns:a16="http://schemas.microsoft.com/office/drawing/2014/main" id="{C19293CB-B747-E829-1829-F74C764082B3}"/>
                  </a:ext>
                </a:extLst>
              </p:cNvPr>
              <p:cNvSpPr txBox="1"/>
              <p:nvPr/>
            </p:nvSpPr>
            <p:spPr>
              <a:xfrm>
                <a:off x="8150516" y="4232409"/>
                <a:ext cx="17042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SOUTH AFRICA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1. Where does AI fit in your business?​">
                <a:extLst>
                  <a:ext uri="{FF2B5EF4-FFF2-40B4-BE49-F238E27FC236}">
                    <a16:creationId xmlns:a16="http://schemas.microsoft.com/office/drawing/2014/main" id="{E5C88EDC-8F1A-9B99-F121-F415AFDB60F9}"/>
                  </a:ext>
                </a:extLst>
              </p:cNvPr>
              <p:cNvSpPr txBox="1"/>
              <p:nvPr/>
            </p:nvSpPr>
            <p:spPr>
              <a:xfrm>
                <a:off x="11508533" y="4232409"/>
                <a:ext cx="6261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INDIA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8" name="Graphic 27">
                <a:extLst>
                  <a:ext uri="{FF2B5EF4-FFF2-40B4-BE49-F238E27FC236}">
                    <a16:creationId xmlns:a16="http://schemas.microsoft.com/office/drawing/2014/main" id="{24CD4F76-B74C-67F9-18F2-971352F31B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687217" y="4265832"/>
                <a:ext cx="147715" cy="180975"/>
              </a:xfrm>
              <a:prstGeom prst="rect">
                <a:avLst/>
              </a:prstGeom>
            </p:spPr>
          </p:pic>
          <p:pic>
            <p:nvPicPr>
              <p:cNvPr id="19" name="Graphic 28">
                <a:extLst>
                  <a:ext uri="{FF2B5EF4-FFF2-40B4-BE49-F238E27FC236}">
                    <a16:creationId xmlns:a16="http://schemas.microsoft.com/office/drawing/2014/main" id="{E1210770-E4F0-74C5-54BF-98CBBADA88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369860" y="4269875"/>
                <a:ext cx="147715" cy="180975"/>
              </a:xfrm>
              <a:prstGeom prst="rect">
                <a:avLst/>
              </a:prstGeom>
            </p:spPr>
          </p:pic>
          <p:pic>
            <p:nvPicPr>
              <p:cNvPr id="20" name="Graphic 29">
                <a:extLst>
                  <a:ext uri="{FF2B5EF4-FFF2-40B4-BE49-F238E27FC236}">
                    <a16:creationId xmlns:a16="http://schemas.microsoft.com/office/drawing/2014/main" id="{0C747E33-D1D8-CD64-C035-266E5DBD0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003623" y="4271951"/>
                <a:ext cx="147715" cy="180975"/>
              </a:xfrm>
              <a:prstGeom prst="rect">
                <a:avLst/>
              </a:prstGeom>
            </p:spPr>
          </p:pic>
          <p:pic>
            <p:nvPicPr>
              <p:cNvPr id="21" name="Graphic 30">
                <a:extLst>
                  <a:ext uri="{FF2B5EF4-FFF2-40B4-BE49-F238E27FC236}">
                    <a16:creationId xmlns:a16="http://schemas.microsoft.com/office/drawing/2014/main" id="{A88EF355-9263-31B4-8321-3638B9DE33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1361640" y="4277991"/>
                <a:ext cx="147715" cy="180975"/>
              </a:xfrm>
              <a:prstGeom prst="rect">
                <a:avLst/>
              </a:prstGeom>
            </p:spPr>
          </p:pic>
          <p:sp>
            <p:nvSpPr>
              <p:cNvPr id="22" name="1. Where does AI fit in your business?​">
                <a:extLst>
                  <a:ext uri="{FF2B5EF4-FFF2-40B4-BE49-F238E27FC236}">
                    <a16:creationId xmlns:a16="http://schemas.microsoft.com/office/drawing/2014/main" id="{1631FC19-2FC7-5A9A-1EC2-7DFF36F9F077}"/>
                  </a:ext>
                </a:extLst>
              </p:cNvPr>
              <p:cNvSpPr txBox="1"/>
              <p:nvPr/>
            </p:nvSpPr>
            <p:spPr>
              <a:xfrm>
                <a:off x="9509595" y="4232409"/>
                <a:ext cx="17042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SAUDI ARABIA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3" name="Graphic 18">
                <a:extLst>
                  <a:ext uri="{FF2B5EF4-FFF2-40B4-BE49-F238E27FC236}">
                    <a16:creationId xmlns:a16="http://schemas.microsoft.com/office/drawing/2014/main" id="{FD8B5978-9928-607F-8F14-86ED783E7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362702" y="4271951"/>
                <a:ext cx="147715" cy="180975"/>
              </a:xfrm>
              <a:prstGeom prst="rect">
                <a:avLst/>
              </a:prstGeom>
            </p:spPr>
          </p:pic>
          <p:sp>
            <p:nvSpPr>
              <p:cNvPr id="24" name="1. Where does AI fit in your business?​">
                <a:extLst>
                  <a:ext uri="{FF2B5EF4-FFF2-40B4-BE49-F238E27FC236}">
                    <a16:creationId xmlns:a16="http://schemas.microsoft.com/office/drawing/2014/main" id="{D985A4A5-962D-90C4-86A3-E7EB6BAF7332}"/>
                  </a:ext>
                </a:extLst>
              </p:cNvPr>
              <p:cNvSpPr txBox="1"/>
              <p:nvPr/>
            </p:nvSpPr>
            <p:spPr>
              <a:xfrm>
                <a:off x="10822374" y="4232409"/>
                <a:ext cx="4584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UAE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5" name="Graphic 36">
                <a:extLst>
                  <a:ext uri="{FF2B5EF4-FFF2-40B4-BE49-F238E27FC236}">
                    <a16:creationId xmlns:a16="http://schemas.microsoft.com/office/drawing/2014/main" id="{5338F94E-FE55-0167-B496-E8639CB37D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675481" y="4271951"/>
                <a:ext cx="147715" cy="180975"/>
              </a:xfrm>
              <a:prstGeom prst="rect">
                <a:avLst/>
              </a:prstGeom>
            </p:spPr>
          </p:pic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C6F3-805E-6A66-B923-3029A6F9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F2CF7-E2B2-E1DC-0FD3-492BA720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8DE15D5-826C-7DD9-EE46-22733462BDFC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gradFill flip="none" rotWithShape="1">
            <a:gsLst>
              <a:gs pos="0">
                <a:srgbClr val="036DAB">
                  <a:shade val="30000"/>
                  <a:satMod val="115000"/>
                </a:srgbClr>
              </a:gs>
              <a:gs pos="50000">
                <a:srgbClr val="036DAB">
                  <a:shade val="67500"/>
                  <a:satMod val="115000"/>
                </a:srgbClr>
              </a:gs>
              <a:gs pos="100000">
                <a:srgbClr val="036DAB">
                  <a:shade val="100000"/>
                  <a:satMod val="115000"/>
                </a:srgbClr>
              </a:gs>
            </a:gsLst>
            <a:lin ang="16200000" scaled="1"/>
            <a:tileRect/>
          </a:gra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F8D9B8-3207-71DB-F9D9-F7EF61A310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2198" y="715963"/>
            <a:ext cx="3558448" cy="543718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0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FE6C5-1461-CB9D-BB58-66627129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11932-C3A7-17FC-DE53-315A59CDA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F9B8C-C8EB-3CD2-ACD6-2FDEEBF74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90E03-FDD6-84DE-ABE0-A84AB1E4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1379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C679-05D1-50B3-2E03-76BBCC95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755BF-9A6A-AA29-DD79-BDC2E779A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A7714-9E29-7B32-E047-F1349DC31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7FE13-A5C7-7239-FDD6-94504D58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669F9-3287-F27A-F564-4A30DC3EF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843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EA29-C378-6662-94A7-C1DA70D1E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4CF5C-7B10-77AE-D3FE-E114C5C9A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76AC0-5A31-0DC6-99B7-B5C83200E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2D84A-485C-46A2-97F5-449495358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92169-4DAF-116A-13E2-6A2863E5F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BEEAD-DA3E-6163-F7DA-9E75382D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D004C-5418-2EBE-37D8-35B2A186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0DD524-2728-4261-1A0D-ECC78ED2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1319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67F3-ECAC-CA8E-3AAD-EA8BFDBB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AA3F6E-AA6C-4206-6008-B265F3A7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3CC31-CA69-F1BE-4548-EDEED78C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D8E50-F6B8-20CA-F398-16566925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3339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928F3-7A26-0168-C6B6-107F4259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D2C62-029E-62EA-3D95-1F4DE1699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3247D-3848-BA93-7FD3-D66E2817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8154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41E4-C28D-5D3F-6931-5A0E8C699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03B73-DDCF-D0D4-05CC-988D679BE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46332-9CE0-4CE7-4258-C3210F0F4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75459-2AA5-E460-8459-9F5AC86B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3A5AD-C953-15B5-7512-27EA3670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92DD7-72B1-8BF6-BCCE-DD390B0F1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96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BFEE-B168-C832-ADBD-9B2733DAD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1234A-D922-3E62-562E-4FA08FB35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1A510-D25F-1D2F-6DDC-165516E28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AF8F1-7511-99D7-AE36-24A0939F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18436-0944-E3EA-C8F5-8B1F0993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AFFC7-9E4C-6ABE-A12F-17BEC23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9821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BD36-2F63-0014-5C28-5A59D964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5991D-8477-1FF8-1877-517738540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6CB4D-34E1-10B5-6304-065C1DC7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3B00C-337B-7D01-8949-F1784CF0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B4444-7DC7-9474-83C6-D35FC0AF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2918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80B69-61DE-6432-2606-B32D47290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6387A-9DBF-81E4-9275-60375144D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66E0E-1722-8FC8-E90A-549F82EB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B21F9-2278-EF79-EAFA-BC2D4674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B64C9-9EF2-0D93-D596-BCC4084D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306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DD7EC-C3DE-21A3-51E9-8F707A027C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633" y="629777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10981809-33AA-3A3D-C2AA-844C08F5B4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66166" y="629777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86D9319-A468-906B-8DB9-4E20397802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87700" y="629777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4E94746-3256-D48F-B97C-0B406C163F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09233" y="629777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82436DE-2FCF-A965-9E9A-0FEAB27717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30766" y="629777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93E8D26-42E8-7B00-0AB4-D5C1F60D1A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52297" y="629777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2429D71F-35B4-4408-92EB-DE5205F0892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4633" y="2709098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F9B14860-7C9F-C659-1E0E-55D2DE85E42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566166" y="2709098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ADEB1AFA-76A2-E90A-25DA-E27CF90701E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487700" y="2709098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122A11EC-A632-6B5E-755C-CCD52C20FAA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09233" y="2709098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FA1B608A-E405-BFE9-47CF-C861D24CF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30766" y="2709098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FD2FEF68-C467-A76D-058D-569675A6E90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52297" y="2709098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B393E0-7E1F-F03F-B1AA-8B4CDF1FB05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4632" y="4827394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89F6481B-8D44-0BF5-F124-BCFB1A3E14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566165" y="4827394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9AEADC8F-2C98-725C-BD19-5A9917B329E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487699" y="4827394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2CAF76F3-18A3-B56C-48CD-F9555B94209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09232" y="4827394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1A34CB57-920D-377F-88E2-777F1FDC524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330765" y="4827394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0ACB899D-3982-07B1-4368-AC55A67330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252296" y="4827394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7790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DD7EC-C3DE-21A3-51E9-8F707A027C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8408" y="74407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10981809-33AA-3A3D-C2AA-844C08F5B4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9751" y="74407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86D9319-A468-906B-8DB9-4E20397802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1094" y="74407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4E94746-3256-D48F-B97C-0B406C163F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32436" y="74407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82436DE-2FCF-A965-9E9A-0FEAB27717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53778" y="74407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93E8D26-42E8-7B00-0AB4-D5C1F60D1A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75120" y="74407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" name="Picture Placeholder 45">
            <a:extLst>
              <a:ext uri="{FF2B5EF4-FFF2-40B4-BE49-F238E27FC236}">
                <a16:creationId xmlns:a16="http://schemas.microsoft.com/office/drawing/2014/main" id="{19241F52-D451-E813-C7AF-89252A4DEBD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96466" y="74407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" name="Picture Placeholder 30">
            <a:extLst>
              <a:ext uri="{FF2B5EF4-FFF2-40B4-BE49-F238E27FC236}">
                <a16:creationId xmlns:a16="http://schemas.microsoft.com/office/drawing/2014/main" id="{0BD1CB45-D403-4C3C-47D2-D374C6DFDF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68408" y="2715752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33">
            <a:extLst>
              <a:ext uri="{FF2B5EF4-FFF2-40B4-BE49-F238E27FC236}">
                <a16:creationId xmlns:a16="http://schemas.microsoft.com/office/drawing/2014/main" id="{D835D8CC-AD1F-AE91-36C3-048F6C8615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089751" y="2715752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36">
            <a:extLst>
              <a:ext uri="{FF2B5EF4-FFF2-40B4-BE49-F238E27FC236}">
                <a16:creationId xmlns:a16="http://schemas.microsoft.com/office/drawing/2014/main" id="{6002AD42-3F47-6B92-B566-0088FAA0D39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11094" y="2715752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39">
            <a:extLst>
              <a:ext uri="{FF2B5EF4-FFF2-40B4-BE49-F238E27FC236}">
                <a16:creationId xmlns:a16="http://schemas.microsoft.com/office/drawing/2014/main" id="{019FE7C8-C524-3D3D-3471-9079324F6DE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532436" y="2715752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42">
            <a:extLst>
              <a:ext uri="{FF2B5EF4-FFF2-40B4-BE49-F238E27FC236}">
                <a16:creationId xmlns:a16="http://schemas.microsoft.com/office/drawing/2014/main" id="{3F13C7D2-5982-B594-1580-FE643326880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53778" y="2715752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1" name="Picture Placeholder 45">
            <a:extLst>
              <a:ext uri="{FF2B5EF4-FFF2-40B4-BE49-F238E27FC236}">
                <a16:creationId xmlns:a16="http://schemas.microsoft.com/office/drawing/2014/main" id="{4314CE2F-D741-292D-C811-038E4BAD42E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75120" y="2715752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45">
            <a:extLst>
              <a:ext uri="{FF2B5EF4-FFF2-40B4-BE49-F238E27FC236}">
                <a16:creationId xmlns:a16="http://schemas.microsoft.com/office/drawing/2014/main" id="{BD60EFBF-8DCF-93FC-9761-D358920E836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696466" y="2715752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30">
            <a:extLst>
              <a:ext uri="{FF2B5EF4-FFF2-40B4-BE49-F238E27FC236}">
                <a16:creationId xmlns:a16="http://schemas.microsoft.com/office/drawing/2014/main" id="{20F85CB0-DCF6-2CE6-3355-6F292DF60BC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68408" y="468742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88EC05B7-8A13-3B70-18B9-D24DA0192D8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89751" y="468742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5" name="Picture Placeholder 36">
            <a:extLst>
              <a:ext uri="{FF2B5EF4-FFF2-40B4-BE49-F238E27FC236}">
                <a16:creationId xmlns:a16="http://schemas.microsoft.com/office/drawing/2014/main" id="{F35BEBB2-6DA5-2BEE-0C8C-E76D39C76BE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811094" y="468742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39">
            <a:extLst>
              <a:ext uri="{FF2B5EF4-FFF2-40B4-BE49-F238E27FC236}">
                <a16:creationId xmlns:a16="http://schemas.microsoft.com/office/drawing/2014/main" id="{EFE910FF-BC8E-0B3A-A261-F104F835ED0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32436" y="468742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42">
            <a:extLst>
              <a:ext uri="{FF2B5EF4-FFF2-40B4-BE49-F238E27FC236}">
                <a16:creationId xmlns:a16="http://schemas.microsoft.com/office/drawing/2014/main" id="{6B4835B0-C331-056C-43E4-5C23CF9F507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53778" y="468742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8" name="Picture Placeholder 45">
            <a:extLst>
              <a:ext uri="{FF2B5EF4-FFF2-40B4-BE49-F238E27FC236}">
                <a16:creationId xmlns:a16="http://schemas.microsoft.com/office/drawing/2014/main" id="{CFF6F783-C9D6-A2CB-0528-AC641D7E625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75120" y="468742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9" name="Picture Placeholder 45">
            <a:extLst>
              <a:ext uri="{FF2B5EF4-FFF2-40B4-BE49-F238E27FC236}">
                <a16:creationId xmlns:a16="http://schemas.microsoft.com/office/drawing/2014/main" id="{B4EDEB61-E4BF-D06D-A222-444F1855A90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696466" y="468742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0145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DD7EC-C3DE-21A3-51E9-8F707A027C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84214" y="1671990"/>
            <a:ext cx="1314195" cy="1331389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10981809-33AA-3A3D-C2AA-844C08F5B4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62534" y="1671990"/>
            <a:ext cx="1314195" cy="1331389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86D9319-A468-906B-8DB9-4E20397802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0854" y="1671990"/>
            <a:ext cx="1314194" cy="1331389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4E94746-3256-D48F-B97C-0B406C163F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9173" y="1671990"/>
            <a:ext cx="1314194" cy="1331389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82436DE-2FCF-A965-9E9A-0FEAB27717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11632" y="3873018"/>
            <a:ext cx="1314194" cy="1331389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93E8D26-42E8-7B00-0AB4-D5C1F60D1A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4145" y="3873018"/>
            <a:ext cx="1314195" cy="1331389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2429D71F-35B4-4408-92EB-DE5205F0892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6659" y="3873018"/>
            <a:ext cx="1314195" cy="1331389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39">
            <a:extLst>
              <a:ext uri="{FF2B5EF4-FFF2-40B4-BE49-F238E27FC236}">
                <a16:creationId xmlns:a16="http://schemas.microsoft.com/office/drawing/2014/main" id="{D23C0751-43DB-5F2F-E033-AD16A9559F0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19173" y="3873018"/>
            <a:ext cx="1314194" cy="1331389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62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90F246-D521-2967-7005-0CAFE294B58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36DAC">
                  <a:shade val="30000"/>
                  <a:satMod val="115000"/>
                </a:srgbClr>
              </a:gs>
              <a:gs pos="50000">
                <a:srgbClr val="036DAC">
                  <a:shade val="67500"/>
                  <a:satMod val="115000"/>
                </a:srgbClr>
              </a:gs>
              <a:gs pos="100000">
                <a:srgbClr val="036DAC">
                  <a:shade val="100000"/>
                  <a:satMod val="115000"/>
                </a:srgbClr>
              </a:gs>
            </a:gsLst>
            <a:lin ang="5400000" scaled="1"/>
            <a:tileRect/>
          </a:gradFill>
          <a:ln w="82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AD1C-FB45-F3E7-3DCA-9A2624A5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28910A0-4E79-604C-5707-B1D3353A2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9300" y="716692"/>
            <a:ext cx="6243638" cy="5436973"/>
          </a:xfrm>
        </p:spPr>
        <p:txBody>
          <a:bodyPr>
            <a:normAutofit/>
          </a:bodyPr>
          <a:lstStyle>
            <a:lvl1pPr>
              <a:defRPr lang="en-IN" sz="48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Cover Content Characters Count. 68 Font name: Arial Bold</a:t>
            </a:r>
            <a:r>
              <a:rPr lang="en-IN" sz="44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Text Size - 48</a:t>
            </a:r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EDF9B8-4B1E-1C39-DDD8-DD27BB697DF7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FBA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95FE6A-9505-0F55-EAAD-E0B8337FEEA9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FBA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106AEF8-E3E8-C408-B6E1-BF15E4640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8280" y="1077809"/>
            <a:ext cx="2672952" cy="2289240"/>
          </a:xfrm>
          <a:custGeom>
            <a:avLst/>
            <a:gdLst>
              <a:gd name="connsiteX0" fmla="*/ 2283968 w 2672952"/>
              <a:gd name="connsiteY0" fmla="*/ 169449 h 2289240"/>
              <a:gd name="connsiteX1" fmla="*/ 2583029 w 2672952"/>
              <a:gd name="connsiteY1" fmla="*/ 468510 h 2289240"/>
              <a:gd name="connsiteX2" fmla="*/ 2283968 w 2672952"/>
              <a:gd name="connsiteY2" fmla="*/ 767571 h 2289240"/>
              <a:gd name="connsiteX3" fmla="*/ 1984906 w 2672952"/>
              <a:gd name="connsiteY3" fmla="*/ 468510 h 2289240"/>
              <a:gd name="connsiteX4" fmla="*/ 2283968 w 2672952"/>
              <a:gd name="connsiteY4" fmla="*/ 169449 h 2289240"/>
              <a:gd name="connsiteX5" fmla="*/ 136057 w 2672952"/>
              <a:gd name="connsiteY5" fmla="*/ 0 h 2289240"/>
              <a:gd name="connsiteX6" fmla="*/ 1615400 w 2672952"/>
              <a:gd name="connsiteY6" fmla="*/ 0 h 2289240"/>
              <a:gd name="connsiteX7" fmla="*/ 2167243 w 2672952"/>
              <a:gd name="connsiteY7" fmla="*/ 155096 h 2289240"/>
              <a:gd name="connsiteX8" fmla="*/ 1950782 w 2672952"/>
              <a:gd name="connsiteY8" fmla="*/ 495604 h 2289240"/>
              <a:gd name="connsiteX9" fmla="*/ 2269029 w 2672952"/>
              <a:gd name="connsiteY9" fmla="*/ 802574 h 2289240"/>
              <a:gd name="connsiteX10" fmla="*/ 2580246 w 2672952"/>
              <a:gd name="connsiteY10" fmla="*/ 623752 h 2289240"/>
              <a:gd name="connsiteX11" fmla="*/ 2672952 w 2672952"/>
              <a:gd name="connsiteY11" fmla="*/ 1057406 h 2289240"/>
              <a:gd name="connsiteX12" fmla="*/ 2672952 w 2672952"/>
              <a:gd name="connsiteY12" fmla="*/ 1231688 h 2289240"/>
              <a:gd name="connsiteX13" fmla="*/ 1615400 w 2672952"/>
              <a:gd name="connsiteY13" fmla="*/ 2289240 h 2289240"/>
              <a:gd name="connsiteX14" fmla="*/ 136057 w 2672952"/>
              <a:gd name="connsiteY14" fmla="*/ 2289240 h 2289240"/>
              <a:gd name="connsiteX15" fmla="*/ 0 w 2672952"/>
              <a:gd name="connsiteY15" fmla="*/ 2153183 h 2289240"/>
              <a:gd name="connsiteX16" fmla="*/ 0 w 2672952"/>
              <a:gd name="connsiteY16" fmla="*/ 136057 h 2289240"/>
              <a:gd name="connsiteX17" fmla="*/ 136057 w 2672952"/>
              <a:gd name="connsiteY17" fmla="*/ 0 h 228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72952" h="2289240">
                <a:moveTo>
                  <a:pt x="2283968" y="169449"/>
                </a:moveTo>
                <a:cubicBezTo>
                  <a:pt x="2449169" y="169449"/>
                  <a:pt x="2583029" y="303309"/>
                  <a:pt x="2583029" y="468510"/>
                </a:cubicBezTo>
                <a:cubicBezTo>
                  <a:pt x="2583029" y="633711"/>
                  <a:pt x="2449169" y="767571"/>
                  <a:pt x="2283968" y="767571"/>
                </a:cubicBezTo>
                <a:cubicBezTo>
                  <a:pt x="2118766" y="767571"/>
                  <a:pt x="1984906" y="633711"/>
                  <a:pt x="1984906" y="468510"/>
                </a:cubicBezTo>
                <a:cubicBezTo>
                  <a:pt x="1984906" y="303309"/>
                  <a:pt x="2118766" y="169449"/>
                  <a:pt x="2283968" y="169449"/>
                </a:cubicBezTo>
                <a:close/>
                <a:moveTo>
                  <a:pt x="136057" y="0"/>
                </a:moveTo>
                <a:lnTo>
                  <a:pt x="1615400" y="0"/>
                </a:lnTo>
                <a:cubicBezTo>
                  <a:pt x="1817655" y="0"/>
                  <a:pt x="2006582" y="56678"/>
                  <a:pt x="2167243" y="155096"/>
                </a:cubicBezTo>
                <a:cubicBezTo>
                  <a:pt x="2032358" y="205477"/>
                  <a:pt x="1938626" y="340362"/>
                  <a:pt x="1950782" y="495604"/>
                </a:cubicBezTo>
                <a:cubicBezTo>
                  <a:pt x="1963963" y="662417"/>
                  <a:pt x="2101924" y="795251"/>
                  <a:pt x="2269029" y="802574"/>
                </a:cubicBezTo>
                <a:cubicBezTo>
                  <a:pt x="2403914" y="808579"/>
                  <a:pt x="2522104" y="734326"/>
                  <a:pt x="2580246" y="623752"/>
                </a:cubicBezTo>
                <a:cubicBezTo>
                  <a:pt x="2639854" y="756148"/>
                  <a:pt x="2672952" y="902896"/>
                  <a:pt x="2672952" y="1057406"/>
                </a:cubicBezTo>
                <a:lnTo>
                  <a:pt x="2672952" y="1231688"/>
                </a:lnTo>
                <a:cubicBezTo>
                  <a:pt x="2672952" y="1815751"/>
                  <a:pt x="2199463" y="2289240"/>
                  <a:pt x="1615400" y="2289240"/>
                </a:cubicBezTo>
                <a:lnTo>
                  <a:pt x="136057" y="2289240"/>
                </a:lnTo>
                <a:cubicBezTo>
                  <a:pt x="60925" y="2289240"/>
                  <a:pt x="0" y="2228315"/>
                  <a:pt x="0" y="2153183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solidFill>
            <a:srgbClr val="FBA919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9AE1BFD-F614-03FE-EE69-9FFF181AC9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280" y="3472938"/>
            <a:ext cx="2672952" cy="2289533"/>
          </a:xfrm>
          <a:custGeom>
            <a:avLst/>
            <a:gdLst>
              <a:gd name="connsiteX0" fmla="*/ 136057 w 2672952"/>
              <a:gd name="connsiteY0" fmla="*/ 0 h 2289533"/>
              <a:gd name="connsiteX1" fmla="*/ 1615400 w 2672952"/>
              <a:gd name="connsiteY1" fmla="*/ 0 h 2289533"/>
              <a:gd name="connsiteX2" fmla="*/ 2672952 w 2672952"/>
              <a:gd name="connsiteY2" fmla="*/ 1057553 h 2289533"/>
              <a:gd name="connsiteX3" fmla="*/ 2672952 w 2672952"/>
              <a:gd name="connsiteY3" fmla="*/ 1057699 h 2289533"/>
              <a:gd name="connsiteX4" fmla="*/ 2672952 w 2672952"/>
              <a:gd name="connsiteY4" fmla="*/ 1231980 h 2289533"/>
              <a:gd name="connsiteX5" fmla="*/ 1615400 w 2672952"/>
              <a:gd name="connsiteY5" fmla="*/ 2289533 h 2289533"/>
              <a:gd name="connsiteX6" fmla="*/ 136057 w 2672952"/>
              <a:gd name="connsiteY6" fmla="*/ 2289533 h 2289533"/>
              <a:gd name="connsiteX7" fmla="*/ 0 w 2672952"/>
              <a:gd name="connsiteY7" fmla="*/ 2153476 h 2289533"/>
              <a:gd name="connsiteX8" fmla="*/ 0 w 2672952"/>
              <a:gd name="connsiteY8" fmla="*/ 136057 h 2289533"/>
              <a:gd name="connsiteX9" fmla="*/ 136057 w 2672952"/>
              <a:gd name="connsiteY9" fmla="*/ 0 h 22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2952" h="2289533">
                <a:moveTo>
                  <a:pt x="136057" y="0"/>
                </a:moveTo>
                <a:lnTo>
                  <a:pt x="1615400" y="0"/>
                </a:lnTo>
                <a:cubicBezTo>
                  <a:pt x="2199463" y="0"/>
                  <a:pt x="2672952" y="473489"/>
                  <a:pt x="2672952" y="1057553"/>
                </a:cubicBezTo>
                <a:lnTo>
                  <a:pt x="2672952" y="1057699"/>
                </a:lnTo>
                <a:lnTo>
                  <a:pt x="2672952" y="1231980"/>
                </a:lnTo>
                <a:cubicBezTo>
                  <a:pt x="2672952" y="1816044"/>
                  <a:pt x="2199463" y="2289533"/>
                  <a:pt x="1615400" y="2289533"/>
                </a:cubicBezTo>
                <a:lnTo>
                  <a:pt x="136057" y="2289533"/>
                </a:lnTo>
                <a:cubicBezTo>
                  <a:pt x="60925" y="2289533"/>
                  <a:pt x="0" y="2228608"/>
                  <a:pt x="0" y="2153476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gradFill flip="none" rotWithShape="1">
            <a:gsLst>
              <a:gs pos="0">
                <a:srgbClr val="FDCE7A">
                  <a:tint val="66000"/>
                  <a:satMod val="160000"/>
                </a:srgbClr>
              </a:gs>
              <a:gs pos="100000">
                <a:srgbClr val="FDCE7A">
                  <a:tint val="44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2B0C0DB-8A4B-B096-EB2A-145F358DE1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11198" y="1071073"/>
            <a:ext cx="2366654" cy="2287629"/>
          </a:xfrm>
          <a:custGeom>
            <a:avLst/>
            <a:gdLst>
              <a:gd name="connsiteX0" fmla="*/ 1181453 w 2366654"/>
              <a:gd name="connsiteY0" fmla="*/ 0 h 2287629"/>
              <a:gd name="connsiteX1" fmla="*/ 1955761 w 2366654"/>
              <a:gd name="connsiteY1" fmla="*/ 0 h 2287629"/>
              <a:gd name="connsiteX2" fmla="*/ 1978462 w 2366654"/>
              <a:gd name="connsiteY2" fmla="*/ 22408 h 2287629"/>
              <a:gd name="connsiteX3" fmla="*/ 1804327 w 2366654"/>
              <a:gd name="connsiteY3" fmla="*/ 482863 h 2287629"/>
              <a:gd name="connsiteX4" fmla="*/ 1804180 w 2366654"/>
              <a:gd name="connsiteY4" fmla="*/ 482716 h 2287629"/>
              <a:gd name="connsiteX5" fmla="*/ 2364957 w 2366654"/>
              <a:gd name="connsiteY5" fmla="*/ 2240910 h 2287629"/>
              <a:gd name="connsiteX6" fmla="*/ 2330687 w 2366654"/>
              <a:gd name="connsiteY6" fmla="*/ 2287629 h 2287629"/>
              <a:gd name="connsiteX7" fmla="*/ 35881 w 2366654"/>
              <a:gd name="connsiteY7" fmla="*/ 2287629 h 2287629"/>
              <a:gd name="connsiteX8" fmla="*/ 1757 w 2366654"/>
              <a:gd name="connsiteY8" fmla="*/ 2240764 h 2287629"/>
              <a:gd name="connsiteX9" fmla="*/ 573078 w 2366654"/>
              <a:gd name="connsiteY9" fmla="*/ 482716 h 2287629"/>
              <a:gd name="connsiteX10" fmla="*/ 1181453 w 2366654"/>
              <a:gd name="connsiteY10" fmla="*/ 0 h 228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66654" h="2287629">
                <a:moveTo>
                  <a:pt x="1181453" y="0"/>
                </a:moveTo>
                <a:lnTo>
                  <a:pt x="1955761" y="0"/>
                </a:lnTo>
                <a:cubicBezTo>
                  <a:pt x="1968210" y="0"/>
                  <a:pt x="1978462" y="10105"/>
                  <a:pt x="1978462" y="22408"/>
                </a:cubicBezTo>
                <a:cubicBezTo>
                  <a:pt x="1980366" y="245166"/>
                  <a:pt x="2008925" y="395575"/>
                  <a:pt x="1804327" y="482863"/>
                </a:cubicBezTo>
                <a:lnTo>
                  <a:pt x="1804180" y="482716"/>
                </a:lnTo>
                <a:lnTo>
                  <a:pt x="2364957" y="2240910"/>
                </a:lnTo>
                <a:cubicBezTo>
                  <a:pt x="2372280" y="2264050"/>
                  <a:pt x="2354998" y="2287629"/>
                  <a:pt x="2330687" y="2287629"/>
                </a:cubicBezTo>
                <a:lnTo>
                  <a:pt x="35881" y="2287629"/>
                </a:lnTo>
                <a:cubicBezTo>
                  <a:pt x="11569" y="2287629"/>
                  <a:pt x="-5712" y="2263903"/>
                  <a:pt x="1757" y="2240764"/>
                </a:cubicBezTo>
                <a:lnTo>
                  <a:pt x="573078" y="482716"/>
                </a:lnTo>
                <a:cubicBezTo>
                  <a:pt x="667395" y="192588"/>
                  <a:pt x="910072" y="0"/>
                  <a:pt x="1181453" y="0"/>
                </a:cubicBezTo>
                <a:close/>
              </a:path>
            </a:pathLst>
          </a:custGeom>
          <a:solidFill>
            <a:srgbClr val="3BABE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0E62020-F726-BEA8-AD5C-3655228504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27149" y="3469861"/>
            <a:ext cx="3039611" cy="2317946"/>
          </a:xfrm>
          <a:custGeom>
            <a:avLst/>
            <a:gdLst>
              <a:gd name="connsiteX0" fmla="*/ 96058 w 3039611"/>
              <a:gd name="connsiteY0" fmla="*/ 0 h 2317946"/>
              <a:gd name="connsiteX1" fmla="*/ 2372556 w 3039611"/>
              <a:gd name="connsiteY1" fmla="*/ 0 h 2317946"/>
              <a:gd name="connsiteX2" fmla="*/ 2449592 w 3039611"/>
              <a:gd name="connsiteY2" fmla="*/ 58143 h 2317946"/>
              <a:gd name="connsiteX3" fmla="*/ 3022817 w 3039611"/>
              <a:gd name="connsiteY3" fmla="*/ 1883267 h 2317946"/>
              <a:gd name="connsiteX4" fmla="*/ 2777651 w 3039611"/>
              <a:gd name="connsiteY4" fmla="*/ 2304325 h 2317946"/>
              <a:gd name="connsiteX5" fmla="*/ 81705 w 3039611"/>
              <a:gd name="connsiteY5" fmla="*/ 2317945 h 2317946"/>
              <a:gd name="connsiteX6" fmla="*/ 23855 w 3039611"/>
              <a:gd name="connsiteY6" fmla="*/ 2174420 h 2317946"/>
              <a:gd name="connsiteX7" fmla="*/ 407915 w 3039611"/>
              <a:gd name="connsiteY7" fmla="*/ 1301838 h 2317946"/>
              <a:gd name="connsiteX8" fmla="*/ 414887 w 3039611"/>
              <a:gd name="connsiteY8" fmla="*/ 1151210 h 2317946"/>
              <a:gd name="connsiteX9" fmla="*/ 414890 w 3039611"/>
              <a:gd name="connsiteY9" fmla="*/ 1151284 h 2317946"/>
              <a:gd name="connsiteX10" fmla="*/ 414890 w 3039611"/>
              <a:gd name="connsiteY10" fmla="*/ 1151137 h 2317946"/>
              <a:gd name="connsiteX11" fmla="*/ 414887 w 3039611"/>
              <a:gd name="connsiteY11" fmla="*/ 1151210 h 2317946"/>
              <a:gd name="connsiteX12" fmla="*/ 408183 w 3039611"/>
              <a:gd name="connsiteY12" fmla="*/ 1003562 h 2317946"/>
              <a:gd name="connsiteX13" fmla="*/ 38061 w 3039611"/>
              <a:gd name="connsiteY13" fmla="*/ 143087 h 2317946"/>
              <a:gd name="connsiteX14" fmla="*/ 18876 w 3039611"/>
              <a:gd name="connsiteY14" fmla="*/ 58289 h 2317946"/>
              <a:gd name="connsiteX15" fmla="*/ 96058 w 3039611"/>
              <a:gd name="connsiteY15" fmla="*/ 0 h 231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39611" h="2317946">
                <a:moveTo>
                  <a:pt x="96058" y="0"/>
                </a:moveTo>
                <a:lnTo>
                  <a:pt x="2372556" y="0"/>
                </a:lnTo>
                <a:cubicBezTo>
                  <a:pt x="2407559" y="0"/>
                  <a:pt x="2438608" y="23579"/>
                  <a:pt x="2449592" y="58143"/>
                </a:cubicBezTo>
                <a:lnTo>
                  <a:pt x="3022817" y="1883267"/>
                </a:lnTo>
                <a:cubicBezTo>
                  <a:pt x="3086671" y="2086693"/>
                  <a:pt x="2960573" y="2303447"/>
                  <a:pt x="2777651" y="2304325"/>
                </a:cubicBezTo>
                <a:lnTo>
                  <a:pt x="81705" y="2317945"/>
                </a:lnTo>
                <a:cubicBezTo>
                  <a:pt x="9210" y="2318385"/>
                  <a:pt x="-27258" y="2227729"/>
                  <a:pt x="23855" y="2174420"/>
                </a:cubicBezTo>
                <a:cubicBezTo>
                  <a:pt x="233506" y="1955799"/>
                  <a:pt x="375654" y="1648259"/>
                  <a:pt x="407915" y="1301838"/>
                </a:cubicBezTo>
                <a:lnTo>
                  <a:pt x="414887" y="1151210"/>
                </a:lnTo>
                <a:lnTo>
                  <a:pt x="414890" y="1151284"/>
                </a:lnTo>
                <a:lnTo>
                  <a:pt x="414890" y="1151137"/>
                </a:lnTo>
                <a:lnTo>
                  <a:pt x="414887" y="1151210"/>
                </a:lnTo>
                <a:lnTo>
                  <a:pt x="408183" y="1003562"/>
                </a:lnTo>
                <a:cubicBezTo>
                  <a:pt x="377157" y="663849"/>
                  <a:pt x="240408" y="361195"/>
                  <a:pt x="38061" y="143087"/>
                </a:cubicBezTo>
                <a:cubicBezTo>
                  <a:pt x="17118" y="120533"/>
                  <a:pt x="9649" y="88020"/>
                  <a:pt x="18876" y="58289"/>
                </a:cubicBezTo>
                <a:cubicBezTo>
                  <a:pt x="29713" y="23579"/>
                  <a:pt x="60908" y="0"/>
                  <a:pt x="96058" y="0"/>
                </a:cubicBezTo>
                <a:close/>
              </a:path>
            </a:pathLst>
          </a:custGeom>
          <a:solidFill>
            <a:srgbClr val="BDE5F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6AC9FA-A3B2-2C0A-1CC7-DEFA4C97B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" b="22327"/>
          <a:stretch>
            <a:fillRect/>
          </a:stretch>
        </p:blipFill>
        <p:spPr>
          <a:xfrm>
            <a:off x="10633374" y="107047"/>
            <a:ext cx="1439564" cy="432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3AC216-BE27-CF2E-6C78-FCF7AD0FDCF5}"/>
              </a:ext>
            </a:extLst>
          </p:cNvPr>
          <p:cNvSpPr/>
          <p:nvPr userDrawn="1"/>
        </p:nvSpPr>
        <p:spPr>
          <a:xfrm>
            <a:off x="11623040" y="6812280"/>
            <a:ext cx="568960" cy="45719"/>
          </a:xfrm>
          <a:prstGeom prst="rect">
            <a:avLst/>
          </a:prstGeom>
          <a:solidFill>
            <a:srgbClr val="FBA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802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Relationship Id="rId5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1865F-C0AC-C55E-3B87-56A7C7CB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B69A9-89D0-6B84-6DDD-EA481A6F1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AAFB4-C008-F1C0-6111-F33687D20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47310"/>
            <a:ext cx="8153400" cy="310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0004835-1A4A-8D07-B729-4379A3723FC1}"/>
              </a:ext>
            </a:extLst>
          </p:cNvPr>
          <p:cNvSpPr/>
          <p:nvPr userDrawn="1"/>
        </p:nvSpPr>
        <p:spPr>
          <a:xfrm>
            <a:off x="11380796" y="6547310"/>
            <a:ext cx="811205" cy="310691"/>
          </a:xfrm>
          <a:custGeom>
            <a:avLst/>
            <a:gdLst>
              <a:gd name="connsiteX0" fmla="*/ 48295 w 811205"/>
              <a:gd name="connsiteY0" fmla="*/ 30 h 310691"/>
              <a:gd name="connsiteX1" fmla="*/ 762770 w 811205"/>
              <a:gd name="connsiteY1" fmla="*/ 30 h 310691"/>
              <a:gd name="connsiteX2" fmla="*/ 811156 w 811205"/>
              <a:gd name="connsiteY2" fmla="*/ 48367 h 310691"/>
              <a:gd name="connsiteX3" fmla="*/ 811205 w 811205"/>
              <a:gd name="connsiteY3" fmla="*/ 48367 h 310691"/>
              <a:gd name="connsiteX4" fmla="*/ 811205 w 811205"/>
              <a:gd name="connsiteY4" fmla="*/ 310691 h 310691"/>
              <a:gd name="connsiteX5" fmla="*/ 78131 w 811205"/>
              <a:gd name="connsiteY5" fmla="*/ 310691 h 310691"/>
              <a:gd name="connsiteX6" fmla="*/ 1886 w 811205"/>
              <a:gd name="connsiteY6" fmla="*/ 56472 h 310691"/>
              <a:gd name="connsiteX7" fmla="*/ 1935 w 811205"/>
              <a:gd name="connsiteY7" fmla="*/ 31513 h 310691"/>
              <a:gd name="connsiteX8" fmla="*/ 48295 w 811205"/>
              <a:gd name="connsiteY8" fmla="*/ 30 h 31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1205" h="310691">
                <a:moveTo>
                  <a:pt x="48295" y="30"/>
                </a:moveTo>
                <a:lnTo>
                  <a:pt x="762770" y="30"/>
                </a:lnTo>
                <a:cubicBezTo>
                  <a:pt x="789113" y="-909"/>
                  <a:pt x="811156" y="21233"/>
                  <a:pt x="811156" y="48367"/>
                </a:cubicBezTo>
                <a:lnTo>
                  <a:pt x="811205" y="48367"/>
                </a:lnTo>
                <a:lnTo>
                  <a:pt x="811205" y="310691"/>
                </a:lnTo>
                <a:lnTo>
                  <a:pt x="78131" y="310691"/>
                </a:lnTo>
                <a:lnTo>
                  <a:pt x="1886" y="56472"/>
                </a:lnTo>
                <a:cubicBezTo>
                  <a:pt x="-536" y="48317"/>
                  <a:pt x="-734" y="39569"/>
                  <a:pt x="1935" y="31513"/>
                </a:cubicBezTo>
                <a:cubicBezTo>
                  <a:pt x="8261" y="12534"/>
                  <a:pt x="26449" y="-712"/>
                  <a:pt x="48295" y="30"/>
                </a:cubicBezTo>
                <a:close/>
              </a:path>
            </a:pathLst>
          </a:custGeom>
          <a:solidFill>
            <a:srgbClr val="F2B9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35395-F751-AED8-135E-06EFD2247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47309"/>
            <a:ext cx="2743200" cy="310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D4EAA8-961B-4D44-8B5F-F601C99E4A1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E592A-D6D4-A5E0-41B2-44EF4C455B88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F72898-7FE7-25D5-ADE8-3845C676A308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6DD126-F801-4D8F-3AF5-A74E54D159BF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59736" y="90254"/>
            <a:ext cx="1368302" cy="43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8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5" r:id="rId2"/>
    <p:sldLayoutId id="2147483701" r:id="rId3"/>
    <p:sldLayoutId id="2147483650" r:id="rId4"/>
    <p:sldLayoutId id="2147483700" r:id="rId5"/>
    <p:sldLayoutId id="2147483663" r:id="rId6"/>
    <p:sldLayoutId id="2147483660" r:id="rId7"/>
    <p:sldLayoutId id="2147483661" r:id="rId8"/>
    <p:sldLayoutId id="2147483662" r:id="rId9"/>
    <p:sldLayoutId id="2147483664" r:id="rId10"/>
    <p:sldLayoutId id="2147483665" r:id="rId11"/>
    <p:sldLayoutId id="2147483666" r:id="rId12"/>
    <p:sldLayoutId id="2147483667" r:id="rId13"/>
    <p:sldLayoutId id="2147483676" r:id="rId14"/>
    <p:sldLayoutId id="2147483677" r:id="rId15"/>
    <p:sldLayoutId id="2147483678" r:id="rId16"/>
    <p:sldLayoutId id="2147483668" r:id="rId17"/>
    <p:sldLayoutId id="2147483679" r:id="rId18"/>
    <p:sldLayoutId id="2147483680" r:id="rId19"/>
    <p:sldLayoutId id="2147483681" r:id="rId20"/>
    <p:sldLayoutId id="2147483669" r:id="rId21"/>
    <p:sldLayoutId id="2147483703" r:id="rId22"/>
    <p:sldLayoutId id="2147483684" r:id="rId23"/>
    <p:sldLayoutId id="2147483687" r:id="rId24"/>
    <p:sldLayoutId id="2147483688" r:id="rId25"/>
    <p:sldLayoutId id="2147483689" r:id="rId26"/>
    <p:sldLayoutId id="2147483686" r:id="rId27"/>
    <p:sldLayoutId id="2147483670" r:id="rId28"/>
    <p:sldLayoutId id="2147483699" r:id="rId29"/>
    <p:sldLayoutId id="2147483702" r:id="rId30"/>
    <p:sldLayoutId id="2147483698" r:id="rId31"/>
    <p:sldLayoutId id="2147483682" r:id="rId32"/>
    <p:sldLayoutId id="2147483683" r:id="rId33"/>
    <p:sldLayoutId id="2147483694" r:id="rId34"/>
    <p:sldLayoutId id="2147483671" r:id="rId35"/>
    <p:sldLayoutId id="2147483690" r:id="rId36"/>
    <p:sldLayoutId id="2147483691" r:id="rId37"/>
    <p:sldLayoutId id="2147483672" r:id="rId38"/>
    <p:sldLayoutId id="2147483692" r:id="rId39"/>
    <p:sldLayoutId id="2147483693" r:id="rId40"/>
    <p:sldLayoutId id="2147483673" r:id="rId41"/>
    <p:sldLayoutId id="2147483674" r:id="rId42"/>
    <p:sldLayoutId id="2147483675" r:id="rId43"/>
    <p:sldLayoutId id="2147483651" r:id="rId44"/>
    <p:sldLayoutId id="2147483652" r:id="rId45"/>
    <p:sldLayoutId id="2147483653" r:id="rId46"/>
    <p:sldLayoutId id="2147483654" r:id="rId47"/>
    <p:sldLayoutId id="2147483655" r:id="rId48"/>
    <p:sldLayoutId id="2147483656" r:id="rId49"/>
    <p:sldLayoutId id="2147483657" r:id="rId50"/>
    <p:sldLayoutId id="2147483658" r:id="rId51"/>
    <p:sldLayoutId id="2147483659" r:id="rId52"/>
    <p:sldLayoutId id="2147483696" r:id="rId53"/>
    <p:sldLayoutId id="2147483704" r:id="rId54"/>
    <p:sldLayoutId id="2147483697" r:id="rId55"/>
    <p:sldLayoutId id="2147483705" r:id="rId5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1" userDrawn="1">
          <p15:clr>
            <a:srgbClr val="F26B43"/>
          </p15:clr>
        </p15:guide>
        <p15:guide id="2" pos="75" userDrawn="1">
          <p15:clr>
            <a:srgbClr val="F26B43"/>
          </p15:clr>
        </p15:guide>
        <p15:guide id="3" orient="horz" pos="3861" userDrawn="1">
          <p15:clr>
            <a:srgbClr val="F26B43"/>
          </p15:clr>
        </p15:guide>
        <p15:guide id="4" pos="7605" userDrawn="1">
          <p15:clr>
            <a:srgbClr val="F26B43"/>
          </p15:clr>
        </p15:guide>
        <p15:guide id="5" orient="horz" pos="300" userDrawn="1">
          <p15:clr>
            <a:srgbClr val="F26B43"/>
          </p15:clr>
        </p15:guide>
        <p15:guide id="6" pos="29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955279" cy="685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7955279" cy="508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223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PanelIQ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AEAE"/>
                </a:solidFill>
                <a:latin typeface="Arial"/>
              </a:rPr>
              <a:t>AI-Powered Panel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8D0"/>
                </a:solidFill>
                <a:latin typeface="Arial"/>
              </a:rPr>
              <a:t>Proposal &amp; Implementation Plan  |  Borderless Access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56032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DAC"/>
                </a:solidFill>
                <a:latin typeface="Arial"/>
              </a:rPr>
              <a:t>From waiting days
to answers in seconds.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252728"/>
            <a:ext cx="548640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DAC"/>
                </a:solidFill>
                <a:latin typeface="Arial"/>
              </a:rPr>
              <a:t>01  Current State &amp; Challenges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87168"/>
            <a:ext cx="548640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DAC"/>
                </a:solidFill>
                <a:latin typeface="Arial"/>
              </a:rPr>
              <a:t>02  Proposed Solution — PanelIQ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21608"/>
            <a:ext cx="548640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95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DAC"/>
                </a:solidFill>
                <a:latin typeface="Arial"/>
              </a:rPr>
              <a:t>03  Access Control &amp;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56048"/>
            <a:ext cx="548640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303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DAC"/>
                </a:solidFill>
                <a:latin typeface="Arial"/>
              </a:rPr>
              <a:t>04  Technology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52728"/>
            <a:ext cx="548640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2704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DAC"/>
                </a:solidFill>
                <a:latin typeface="Arial"/>
              </a:rPr>
              <a:t>05  Phased Roadmap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487168"/>
            <a:ext cx="548640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614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DAC"/>
                </a:solidFill>
                <a:latin typeface="Arial"/>
              </a:rPr>
              <a:t>06  Cost &amp; Timeline — 3 Scenarios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21608"/>
            <a:ext cx="548640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95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DAC"/>
                </a:solidFill>
                <a:latin typeface="Arial"/>
              </a:rPr>
              <a:t>07  Recommendation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956048"/>
            <a:ext cx="5486400" cy="109728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2303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DAC"/>
                </a:solidFill>
                <a:latin typeface="Arial"/>
              </a:rPr>
              <a:t>08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Current State &amp; Challenges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1155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DAC"/>
                </a:solidFill>
                <a:latin typeface="Arial"/>
              </a:rPr>
              <a:t>How Insights Are Accessed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• Tableau dashboards — pre-defined, static views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8716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• SSRS reports — structured operational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0156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• Ad-hoc requests to Technology, Finance, or Analytics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1596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• 1–3 business days wait for any dynamic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3036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• Dynamic insights only at monthly/quarterly reviews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69848"/>
            <a:ext cx="38100" cy="512064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1155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DAC"/>
                </a:solidFill>
                <a:latin typeface="Arial"/>
              </a:rPr>
              <a:t>Key Challenges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72768"/>
            <a:ext cx="5669280" cy="749808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0020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E2841"/>
                </a:solidFill>
                <a:latin typeface="Arial"/>
              </a:rPr>
              <a:t>Delayed Decisions  </a:t>
            </a:r>
            <a:r>
              <a:rPr sz="1050">
                <a:solidFill>
                  <a:srgbClr val="2D3748"/>
                </a:solidFill>
                <a:latin typeface="Arial"/>
              </a:rPr>
              <a:t>1–3 days for any dynamic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414016"/>
            <a:ext cx="5669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44144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E2841"/>
                </a:solidFill>
                <a:latin typeface="Arial"/>
              </a:rPr>
              <a:t>Team Dependency  </a:t>
            </a:r>
            <a:r>
              <a:rPr sz="1050">
                <a:solidFill>
                  <a:srgbClr val="2D3748"/>
                </a:solidFill>
                <a:latin typeface="Arial"/>
              </a:rPr>
              <a:t>Every request creates workload for support teams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255264"/>
            <a:ext cx="5669280" cy="749808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282696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E2841"/>
                </a:solidFill>
                <a:latin typeface="Arial"/>
              </a:rPr>
              <a:t>Low Frequency  </a:t>
            </a:r>
            <a:r>
              <a:rPr sz="1050">
                <a:solidFill>
                  <a:srgbClr val="2D3748"/>
                </a:solidFill>
                <a:latin typeface="Arial"/>
              </a:rPr>
              <a:t>Insights available monthly or quarterly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096512"/>
            <a:ext cx="5669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2394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E2841"/>
                </a:solidFill>
                <a:latin typeface="Arial"/>
              </a:rPr>
              <a:t>Inconsistency Risk  </a:t>
            </a:r>
            <a:r>
              <a:rPr sz="1050">
                <a:solidFill>
                  <a:srgbClr val="2D3748"/>
                </a:solidFill>
                <a:latin typeface="Arial"/>
              </a:rPr>
              <a:t>Different teams may interpret the same metric differently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937760"/>
            <a:ext cx="5669280" cy="749808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965192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E2841"/>
                </a:solidFill>
                <a:latin typeface="Arial"/>
              </a:rPr>
              <a:t>No Self-Service  </a:t>
            </a:r>
            <a:r>
              <a:rPr sz="1050">
                <a:solidFill>
                  <a:srgbClr val="2D3748"/>
                </a:solidFill>
                <a:latin typeface="Arial"/>
              </a:rPr>
              <a:t>Non-technical users locked out of dynamic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5779008"/>
            <a:ext cx="5669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80644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E2841"/>
                </a:solidFill>
                <a:latin typeface="Arial"/>
              </a:rPr>
              <a:t>Scalability Gap  </a:t>
            </a:r>
            <a:r>
              <a:rPr sz="1050">
                <a:solidFill>
                  <a:srgbClr val="2D3748"/>
                </a:solidFill>
                <a:latin typeface="Arial"/>
              </a:rPr>
              <a:t>Request volume grows with the business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Proposed Solution — PanelIQ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0698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2D3748"/>
                </a:solidFill>
                <a:latin typeface="Arial"/>
              </a:rPr>
              <a:t>A secure web-based AI assistant at paneliq.borderlessaccess.com — ask in plain English, get answers in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788920" cy="365760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773936"/>
            <a:ext cx="960120" cy="960120"/>
          </a:xfrm>
          <a:prstGeom prst="ellipse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529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36DAC"/>
                </a:solidFill>
                <a:latin typeface="Arial"/>
              </a:rPr>
              <a:t>User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01568"/>
            <a:ext cx="2606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  <a:latin typeface="Arial"/>
              </a:rPr>
              <a:t>"Show me completes by
market for Q1 2026"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1272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EAE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572768"/>
            <a:ext cx="2788920" cy="3657600"/>
          </a:xfrm>
          <a:prstGeom prst="rect">
            <a:avLst/>
          </a:prstGeom>
          <a:solidFill>
            <a:srgbClr val="F0F7FB"/>
          </a:solidFill>
          <a:ln w="127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1773936"/>
            <a:ext cx="960120" cy="96012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529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2841"/>
                </a:solidFill>
                <a:latin typeface="Arial"/>
              </a:rPr>
              <a:t>Claude Generates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01568"/>
            <a:ext cx="2606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  <a:latin typeface="Arial"/>
              </a:rPr>
              <a:t>Translates natural language
into precise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1272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EAE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572768"/>
            <a:ext cx="2788920" cy="3657600"/>
          </a:xfrm>
          <a:prstGeom prst="rect">
            <a:avLst/>
          </a:prstGeom>
          <a:solidFill>
            <a:srgbClr val="F0F7FB"/>
          </a:solidFill>
          <a:ln w="12700">
            <a:solidFill>
              <a:srgbClr val="00A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1773936"/>
            <a:ext cx="960120" cy="960120"/>
          </a:xfrm>
          <a:prstGeom prst="ellipse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529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EAE"/>
                </a:solidFill>
                <a:latin typeface="Arial"/>
              </a:rPr>
              <a:t>Query Executes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01568"/>
            <a:ext cx="2606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  <a:latin typeface="Arial"/>
              </a:rPr>
              <a:t>Runs securely against
KpiReports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1272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EAE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572768"/>
            <a:ext cx="2788920" cy="3657600"/>
          </a:xfrm>
          <a:prstGeom prst="rect">
            <a:avLst/>
          </a:prstGeom>
          <a:solidFill>
            <a:srgbClr val="F0F7FB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9840" y="1773936"/>
            <a:ext cx="960120" cy="960120"/>
          </a:xfrm>
          <a:prstGeom prst="ellipse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529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6B"/>
                </a:solidFill>
                <a:latin typeface="Arial"/>
              </a:rPr>
              <a:t>Instant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401568"/>
            <a:ext cx="2606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  <a:latin typeface="Arial"/>
              </a:rPr>
              <a:t>Chart + table + analyst
summary in seconds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577840"/>
            <a:ext cx="11521440" cy="65836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62356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✓  Proof of Concept validated  —  Phase 1 is approximately 80%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Access Control &amp; Data Security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207008"/>
            <a:ext cx="5577840" cy="2331720"/>
          </a:xfrm>
          <a:prstGeom prst="rect">
            <a:avLst/>
          </a:prstGeom>
          <a:solidFill>
            <a:srgbClr val="F0F7FB"/>
          </a:solidFill>
          <a:ln w="254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DAC"/>
                </a:solidFill>
                <a:latin typeface="Arial"/>
              </a:rPr>
              <a:t>Role-Based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Users see only data relevant to their role and BU. A market analyst sees their market; a BU director sees their BU.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577840" cy="2331720"/>
          </a:xfrm>
          <a:prstGeom prst="rect">
            <a:avLst/>
          </a:prstGeom>
          <a:solidFill>
            <a:srgbClr val="F0F7FB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89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841"/>
                </a:solidFill>
                <a:latin typeface="Arial"/>
              </a:rPr>
              <a:t>Field-Level Restrictions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3852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Sensitive fields — revenue, vendor cost, margins — visible only to authorised users. Finance sees financials; operations see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75888"/>
            <a:ext cx="5577840" cy="2331720"/>
          </a:xfrm>
          <a:prstGeom prst="rect">
            <a:avLst/>
          </a:prstGeom>
          <a:solidFill>
            <a:srgbClr val="F0F7FB"/>
          </a:solidFill>
          <a:ln w="254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587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DAC"/>
                </a:solidFill>
                <a:latin typeface="Arial"/>
              </a:rPr>
              <a:t>Row-Level Scoping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0740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A BU1 director sees only BU1 client revenue. BU2 data is never included in the query — not filtered after retrieval.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675888"/>
            <a:ext cx="5577840" cy="2331720"/>
          </a:xfrm>
          <a:prstGeom prst="rect">
            <a:avLst/>
          </a:prstGeom>
          <a:solidFill>
            <a:srgbClr val="F0F7FB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587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841"/>
                </a:solidFill>
                <a:latin typeface="Arial"/>
              </a:rPr>
              <a:t>AI-Enforced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0740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Access constraints are injected into every SQL query at the AI layer. Users cannot bypass restrictions through conversation.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Technology Stack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0241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3748"/>
                </a:solidFill>
                <a:latin typeface="Arial"/>
              </a:rPr>
              <a:t>Enterprise-grade technologies — selected for long-term scalability, developer availability, and multi-year support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435608"/>
          <a:ext cx="1152144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740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Scalability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AI Engine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Anthropic Claude API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NL-to-SQL, summaries, suggestions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API-based; model improves continuously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Python + 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Query engine, logic,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Production-grade; high concurrency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React + Vite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Chat UI, charts, data tables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Industry standard; large ecosystem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Analytics DB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SQL Server (KpiReports)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Source of truth for all panel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Enterprise-grade; existing infrastructure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App DB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SQL Server (new internal)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Users, history, access rules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Existing SQL Server — no added licence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Hosting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Internal subdomain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paneliq.borderlessaccess.com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No cost; scales to 500+ users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Version Control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GitHub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Code management, collaboration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Industry standard; private repository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Dev Assistant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Claude Code (Anthropic)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AI-assisted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Reduces learning curve for analysts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Phased Roadmap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1161288"/>
            <a:ext cx="2834640" cy="65836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95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19656"/>
            <a:ext cx="2834640" cy="384048"/>
          </a:xfrm>
          <a:prstGeom prst="rect">
            <a:avLst/>
          </a:prstGeom>
          <a:solidFill>
            <a:srgbClr val="F0F7FB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562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A86B"/>
                </a:solidFill>
                <a:latin typeface="Arial"/>
              </a:rPr>
              <a:t>~80%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03703"/>
            <a:ext cx="2834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04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Hosted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626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User auth &amp;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621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Role + row-level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793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Sample analytics (markets, vendors, IR%)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937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Query history &amp;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5961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App DB setup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61288"/>
            <a:ext cx="2834640" cy="658368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1795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435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Vendor &amp; Quality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1819656"/>
            <a:ext cx="2834640" cy="384048"/>
          </a:xfrm>
          <a:prstGeom prst="rect">
            <a:avLst/>
          </a:prstGeom>
          <a:solidFill>
            <a:srgbClr val="F0F7FB"/>
          </a:solidFill>
          <a:ln w="12700">
            <a:solidFill>
              <a:srgbClr val="00A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8562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AEAE"/>
                </a:solidFill>
                <a:latin typeface="Arial"/>
              </a:rPr>
              <a:t>Pending schema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203703"/>
            <a:ext cx="2834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304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Vendor cost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9626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Sample quality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621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Vendor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2793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New SQL tables integration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61288"/>
            <a:ext cx="2834640" cy="658368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1795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435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Revenue &amp; Commercial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819656"/>
            <a:ext cx="2834640" cy="384048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8562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36DAC"/>
                </a:solidFill>
                <a:latin typeface="Arial"/>
              </a:rPr>
              <a:t>Pending Finance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203703"/>
            <a:ext cx="2834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304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Revenue by market/client/BU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9626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Research cost &amp; margins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621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Financial access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2793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Finance data 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1161288"/>
            <a:ext cx="2834640" cy="65836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11795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1435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Advanced Intelligence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1819656"/>
            <a:ext cx="2834640" cy="384048"/>
          </a:xfrm>
          <a:prstGeom prst="rect">
            <a:avLst/>
          </a:prstGeom>
          <a:solidFill>
            <a:srgbClr val="F0F7FB"/>
          </a:solidFill>
          <a:ln w="127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18562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E2841"/>
                </a:solidFill>
                <a:latin typeface="Arial"/>
              </a:rPr>
              <a:t>Future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9720" y="2203703"/>
            <a:ext cx="2834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2304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Trend forecasting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9626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Anomaly alerts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621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Executive summaries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2793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• Tableau/SSRS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Implementation Scenarios — Cost &amp; Timeline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15568"/>
          <a:ext cx="1152144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Scenario 1
Tech Team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Scenario 2
Analytics Team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Scenario 3  ★
Hybrid (Recommended)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</a:tr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1–2 Tech developers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2–3 Analysts + Claude AI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Analytics leads + Tech for infra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Phase 1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4–6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10–14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5–7 weeks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Phase 2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6–8 weeks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10–14 weeks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7–10 weeks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Phase 3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6–8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10–14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7–10 weeks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Phase 4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8–10 weeks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14–18 weeks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10–12 weeks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Total Duration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~6–8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~12–15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~8–10 months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Claude Licences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2 × ~$100/mo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3 × ~$100/mo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2 × ~$100/mo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Licence Cost (dev)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~$1,200–$1,600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~$2,400–$4,500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~$1,600–$2,000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50707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Key Advantage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Fastest delivery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Full team ownership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Balanced speed + ownership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50708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Key Risk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Tech team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Longer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2841"/>
                          </a:solidFill>
                          <a:latin typeface="Arial"/>
                        </a:rPr>
                        <a:t>Cross-team coordination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Ongoing Operational Costs  (Post Go-Live)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0241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3748"/>
                </a:solidFill>
                <a:latin typeface="Arial"/>
              </a:rPr>
              <a:t>10 users × 100 questions/month = 1,000 questions = 3,000 API calls/month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81328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61702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Cost Item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Monthly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Annual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036DA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Claude API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~$35 – $50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~$420 – $600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Only external cost — scales with usage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Internal BA subdomain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Analytics Database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Existing KpiReports SQL Server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Application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New DB on existing SQL Server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Maintenance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Internal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Internal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  <a:latin typeface="Arial"/>
                        </a:rPr>
                        <a:t>Owned by Analytics team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~$35–$50/month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~$420–$600/year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Highly cost-effective for an enterprise tool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solidFill>
            <a:srgbClr val="E8F8F0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B45"/>
                </a:solidFill>
                <a:latin typeface="Arial"/>
              </a:rPr>
              <a:t>The only recurring external cost is the Anthropic API  —  under $50/month for a 10-user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Recommendation — Scenario 3: Hybrid Model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AE"/>
                </a:solidFill>
                <a:latin typeface="Arial"/>
              </a:rPr>
              <a:t>Analytics team leads  ·  Technology team provides infrastructure support  ·  Claude AI accelerates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5577840" cy="1536192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6DAC"/>
                </a:solidFill>
                <a:latin typeface="Arial"/>
              </a:rPr>
              <a:t>Domain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2140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Analytics team understands KPIs and data rules. Best placed to build and maintain long-term.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27048"/>
            <a:ext cx="5577840" cy="1536192"/>
          </a:xfrm>
          <a:prstGeom prst="rect">
            <a:avLst/>
          </a:prstGeom>
          <a:solidFill>
            <a:srgbClr val="F0F7FB"/>
          </a:solidFill>
          <a:ln w="127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642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2841"/>
                </a:solidFill>
                <a:latin typeface="Arial"/>
              </a:rPr>
              <a:t>Claude AI Lowers the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Python, FastAPI, React — achievable by analysts with Claude Code assistance.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91256"/>
            <a:ext cx="5577840" cy="1536192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6DAC"/>
                </a:solidFill>
                <a:latin typeface="Arial"/>
              </a:rPr>
              <a:t>Bounded Tech Involvement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85616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Tech role: hosting, DB setup, deployment. Defined scope, no ongoing dependency.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191256"/>
            <a:ext cx="5577840" cy="1536192"/>
          </a:xfrm>
          <a:prstGeom prst="rect">
            <a:avLst/>
          </a:prstGeom>
          <a:solidFill>
            <a:srgbClr val="F0F7FB"/>
          </a:solidFill>
          <a:ln w="127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32841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2841"/>
                </a:solidFill>
                <a:latin typeface="Arial"/>
              </a:rPr>
              <a:t>Long-Term Sustainability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85616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Tool ownership stays with the team closest to the data from day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855464"/>
            <a:ext cx="11430000" cy="1536192"/>
          </a:xfrm>
          <a:prstGeom prst="rect">
            <a:avLst/>
          </a:prstGeom>
          <a:solidFill>
            <a:srgbClr val="F0F7FB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99262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6B"/>
                </a:solidFill>
                <a:latin typeface="Arial"/>
              </a:rPr>
              <a:t>Best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44982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Arial"/>
              </a:rPr>
              <a:t>Fewer licences than Scenario 2. Less Tech dependency than Scenario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65760" y="1435608"/>
            <a:ext cx="594360" cy="594360"/>
          </a:xfrm>
          <a:prstGeom prst="ellipse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9304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36DAC"/>
                </a:solidFill>
                <a:latin typeface="Arial"/>
              </a:rPr>
              <a:t>Approve Proposal</a:t>
            </a:r>
          </a:p>
          <a:p>
            <a:r>
              <a:rPr sz="1050">
                <a:solidFill>
                  <a:srgbClr val="2D3748"/>
                </a:solidFill>
                <a:latin typeface="Arial"/>
              </a:rPr>
              <a:t>Review, align on scope and scenario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1435608"/>
            <a:ext cx="594360" cy="59436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289304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E2841"/>
                </a:solidFill>
                <a:latin typeface="Arial"/>
              </a:rPr>
              <a:t>Select Scenario</a:t>
            </a:r>
          </a:p>
          <a:p>
            <a:r>
              <a:rPr sz="1050">
                <a:solidFill>
                  <a:srgbClr val="2D3748"/>
                </a:solidFill>
                <a:latin typeface="Arial"/>
              </a:rPr>
              <a:t>Confirm team structure — hybrid model recommended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761488"/>
            <a:ext cx="594360" cy="594360"/>
          </a:xfrm>
          <a:prstGeom prst="ellipse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15184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36DAC"/>
                </a:solidFill>
                <a:latin typeface="Arial"/>
              </a:rPr>
              <a:t>Identify Team</a:t>
            </a:r>
          </a:p>
          <a:p>
            <a:r>
              <a:rPr sz="1050">
                <a:solidFill>
                  <a:srgbClr val="2D3748"/>
                </a:solidFill>
                <a:latin typeface="Arial"/>
              </a:rPr>
              <a:t>Name Analytics leads and Technology support contacts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2761488"/>
            <a:ext cx="594360" cy="59436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615184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E2841"/>
                </a:solidFill>
                <a:latin typeface="Arial"/>
              </a:rPr>
              <a:t>Procure Licences</a:t>
            </a:r>
          </a:p>
          <a:p>
            <a:r>
              <a:rPr sz="1050">
                <a:solidFill>
                  <a:srgbClr val="2D3748"/>
                </a:solidFill>
                <a:latin typeface="Arial"/>
              </a:rPr>
              <a:t>Additional Claude development licences for the team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087368"/>
            <a:ext cx="594360" cy="594360"/>
          </a:xfrm>
          <a:prstGeom prst="ellipse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41064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36DAC"/>
                </a:solidFill>
                <a:latin typeface="Arial"/>
              </a:rPr>
              <a:t>Setup App Database</a:t>
            </a:r>
          </a:p>
          <a:p>
            <a:r>
              <a:rPr sz="1050">
                <a:solidFill>
                  <a:srgbClr val="2D3748"/>
                </a:solidFill>
                <a:latin typeface="Arial"/>
              </a:rPr>
              <a:t>User management, access control, query history storage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4087368"/>
            <a:ext cx="594360" cy="59436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941064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E2841"/>
                </a:solidFill>
                <a:latin typeface="Arial"/>
              </a:rPr>
              <a:t>Configure Hosting</a:t>
            </a:r>
          </a:p>
          <a:p>
            <a:r>
              <a:rPr sz="1050">
                <a:solidFill>
                  <a:srgbClr val="2D3748"/>
                </a:solidFill>
                <a:latin typeface="Arial"/>
              </a:rPr>
              <a:t>Set up paneliq.borderlessaccess.com subdomain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5413248"/>
            <a:ext cx="594360" cy="594360"/>
          </a:xfrm>
          <a:prstGeom prst="ellipse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66944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0AEAE"/>
                </a:solidFill>
                <a:latin typeface="Arial"/>
              </a:rPr>
              <a:t>Phase 1 Deployment</a:t>
            </a:r>
          </a:p>
          <a:p>
            <a:r>
              <a:rPr sz="1050">
                <a:solidFill>
                  <a:srgbClr val="2D3748"/>
                </a:solidFill>
                <a:latin typeface="Arial"/>
              </a:rPr>
              <a:t>POC is ~80% ready — faster than a fresh build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5413248"/>
            <a:ext cx="594360" cy="594360"/>
          </a:xfrm>
          <a:prstGeom prst="ellipse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266944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0AEAE"/>
                </a:solidFill>
                <a:latin typeface="Arial"/>
              </a:rPr>
              <a:t>Define Access Matrix</a:t>
            </a:r>
          </a:p>
          <a:p>
            <a:r>
              <a:rPr sz="1050">
                <a:solidFill>
                  <a:srgbClr val="2D3748"/>
                </a:solidFill>
                <a:latin typeface="Arial"/>
              </a:rPr>
              <a:t>Map users to data domains, roles, and field permissions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955279" cy="685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7955279" cy="508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223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AEAE"/>
                </a:solidFill>
                <a:latin typeface="Arial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8D0"/>
                </a:solidFill>
                <a:latin typeface="Arial"/>
              </a:rPr>
              <a:t>paneliq.borderlessaccess.com  |  Borderless Access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3617</Words>
  <Application>Microsoft Office PowerPoint</Application>
  <PresentationFormat>Widescreen</PresentationFormat>
  <Paragraphs>396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Table of Content </vt:lpstr>
      <vt:lpstr>Content Slide (Blank)</vt:lpstr>
      <vt:lpstr>Who we are</vt:lpstr>
      <vt:lpstr>Meet Our Team</vt:lpstr>
      <vt:lpstr>PowerPoint Presentation</vt:lpstr>
      <vt:lpstr>Content Slide</vt:lpstr>
      <vt:lpstr>Objective Slide</vt:lpstr>
      <vt:lpstr>Objective</vt:lpstr>
      <vt:lpstr>Graph Slide</vt:lpstr>
      <vt:lpstr>PowerPoint Presentation</vt:lpstr>
      <vt:lpstr>Graph Slide</vt:lpstr>
      <vt:lpstr>Content Side</vt:lpstr>
      <vt:lpstr>Content Slide</vt:lpstr>
      <vt:lpstr>Approximate timelines per regular wave</vt:lpstr>
      <vt:lpstr>PowerPoint Presentation</vt:lpstr>
      <vt:lpstr>Case Study</vt:lpstr>
      <vt:lpstr>Case Study</vt:lpstr>
      <vt:lpstr>Case Study</vt:lpstr>
      <vt:lpstr>Case Study</vt:lpstr>
      <vt:lpstr>Project assumptions and terms </vt:lpstr>
      <vt:lpstr>Graph Slide</vt:lpstr>
      <vt:lpstr>Content Slide (Table)</vt:lpstr>
      <vt:lpstr>PowerPoint Presentation</vt:lpstr>
      <vt:lpstr>PowerPoint Presentation</vt:lpstr>
      <vt:lpstr>Evaluation &amp; Quality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Chaitra R</dc:creator>
  <cp:lastModifiedBy>Chaitra R</cp:lastModifiedBy>
  <cp:revision>2</cp:revision>
  <dcterms:created xsi:type="dcterms:W3CDTF">2025-08-22T13:15:53Z</dcterms:created>
  <dcterms:modified xsi:type="dcterms:W3CDTF">2026-02-26T09:58:48Z</dcterms:modified>
</cp:coreProperties>
</file>