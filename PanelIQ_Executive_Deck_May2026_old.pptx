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320040"/>
            <a:ext cx="2834640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6840" y="347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POC Built — Phase 1 is 80%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A0B8D0"/>
                </a:solidFill>
              </a:rPr>
              <a:t>What if your leadership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could get data answers instantly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99CC"/>
                </a:solidFill>
              </a:rPr>
              <a:t>instead of waiting 1–3 days?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4114800" cy="254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8D0"/>
                </a:solidFill>
              </a:rPr>
              <a:t>PanelIQ is an AI-powered analytics assistant that gives Borderless Access leadership instant, self-service access to panel performance data — in plain English, with no technical expertise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90"/>
                </a:solidFill>
              </a:rPr>
              <a:t>PanelIQ  |  Borderless Access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Challenge — How It Works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394960" cy="53949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😟 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✗  Static dashboards only
</a:t>
            </a:r>
            <a:r>
              <a:rPr sz="1050" b="0">
                <a:solidFill>
                  <a:srgbClr val="2D3748"/>
                </a:solidFill>
              </a:rPr>
              <a:t>Tableau &amp; SSRS show pre-defined views. Anything dynamic requires a manual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✗  1–3 business days
</a:t>
            </a:r>
            <a:r>
              <a:rPr sz="1050" b="0">
                <a:solidFill>
                  <a:srgbClr val="2D3748"/>
                </a:solidFill>
              </a:rPr>
              <a:t>Every ad-hoc question is routed to Technology, Finance, or Analytics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106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✗  Once a month or quarter
</a:t>
            </a:r>
            <a:r>
              <a:rPr sz="1050" b="0">
                <a:solidFill>
                  <a:srgbClr val="2D3748"/>
                </a:solidFill>
              </a:rPr>
              <a:t>Leadership receives dynamic insights only during scheduled business reviews.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0056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✗  No self-service
</a:t>
            </a:r>
            <a:r>
              <a:rPr sz="1050" b="0">
                <a:solidFill>
                  <a:srgbClr val="2D3748"/>
                </a:solidFill>
              </a:rPr>
              <a:t>Non-technical users have no independent way to access live or dynamic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5852160" cy="5394960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6B"/>
                </a:solidFill>
              </a:rPr>
              <a:t>😊  With PanelIQ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</a:rPr>
              <a:t>✓  Ask in plain English
</a:t>
            </a:r>
            <a:r>
              <a:rPr sz="1050" b="0">
                <a:solidFill>
                  <a:srgbClr val="2D3748"/>
                </a:solidFill>
              </a:rPr>
              <a:t>Type any question — get a data table, chart, and analyst summary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62072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</a:rPr>
              <a:t>✓  Seconds, not days
</a:t>
            </a:r>
            <a:r>
              <a:rPr sz="1050" b="0">
                <a:solidFill>
                  <a:srgbClr val="2D3748"/>
                </a:solidFill>
              </a:rPr>
              <a:t>No waiting. No tickets. No dependency on other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4106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</a:rPr>
              <a:t>✓  Always available
</a:t>
            </a:r>
            <a:r>
              <a:rPr sz="1050" b="0">
                <a:solidFill>
                  <a:srgbClr val="2D3748"/>
                </a:solidFill>
              </a:rPr>
              <a:t>Leadership can query data any time — daily if needed, not just in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2005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</a:rPr>
              <a:t>✓  Secure self-service
</a:t>
            </a:r>
            <a:r>
              <a:rPr sz="1050" b="0">
                <a:solidFill>
                  <a:srgbClr val="2D3748"/>
                </a:solidFill>
              </a:rPr>
              <a:t>Role-based access ensures each user sees only what they are permitted to see.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3375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9CC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PanelIQ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265176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18872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9CC"/>
                </a:solidFill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2491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Type a question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2743200" cy="2651760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188720"/>
            <a:ext cx="914400" cy="9144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Translate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2491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Claude AI converts it to a secure SQL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05840"/>
            <a:ext cx="2743200" cy="265176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118872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9CC"/>
                </a:solidFill>
              </a:rPr>
              <a:t>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491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Runs against the internal KpiReports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57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005840"/>
            <a:ext cx="2743200" cy="265176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1188720"/>
            <a:ext cx="914400" cy="914400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6B"/>
                </a:solidFill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2491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</a:rPr>
              <a:t>Chart + data table + analyst summary in 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11521440" cy="2606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913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CC"/>
                </a:solidFill>
              </a:rPr>
              <a:t>What your team can ask — examples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7083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"Show me completes by market for Q1 2026"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37083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"Which vendors have the highest screenout rate this year?"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37083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"What is the click rate and conversion rate by country?"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3951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"Compare monthly completes trend for the last 12 months"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23951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"Which projects are live right now?"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5239512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8" y="53492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"Give me overall panel health summary for this year"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Investment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1920240"/>
          </a:xfrm>
          <a:prstGeom prst="rect">
            <a:avLst/>
          </a:prstGeom>
          <a:solidFill>
            <a:srgbClr val="E8F4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3A5C"/>
                </a:solidFill>
              </a:rPr>
              <a:t>~$50/mo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</a:rPr>
              <a:t>Maximum ongoing
operating cost
(API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657600" cy="1920240"/>
          </a:xfrm>
          <a:prstGeom prst="rect">
            <a:avLst/>
          </a:prstGeom>
          <a:solidFill>
            <a:srgbClr val="E8F8F0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A86B"/>
                </a:solidFill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</a:rPr>
              <a:t>Phase 1 already built
(POC validated —
faster to go live)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657600" cy="1920240"/>
          </a:xfrm>
          <a:prstGeom prst="rect">
            <a:avLst/>
          </a:prstGeom>
          <a:solidFill>
            <a:srgbClr val="F0F7FB"/>
          </a:solidFill>
          <a:ln w="1270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34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99CC"/>
                </a:solidFill>
              </a:rPr>
              <a:t>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</a:rPr>
              <a:t>Time to answer
any panel question
vs. 1–3 days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Implementation Options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3657600" cy="2743200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</a:rPr>
              <a:t>Scenario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593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Technology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⏱  Timeline:  ~6–8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💰  Dev licences:  ~$1,200–$1,600
licence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3A5C"/>
                </a:solidFill>
              </a:rPr>
              <a:t>Ongoing API: ~$35–$50/month  (all scenarios)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20440"/>
            <a:ext cx="3657600" cy="2743200"/>
          </a:xfrm>
          <a:prstGeom prst="rect">
            <a:avLst/>
          </a:prstGeom>
          <a:solidFill>
            <a:srgbClr val="F0F7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</a:rPr>
              <a:t>Scenario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593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Analytics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80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⏱  Timeline:  ~12–15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💰  Dev licences:  ~$2,400–$4,500
licence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3A5C"/>
                </a:solidFill>
              </a:rPr>
              <a:t>Ongoing API: ~$35–$50/month  (all scenarios)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520440"/>
            <a:ext cx="3657600" cy="2743200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</a:rPr>
              <a:t>Scenario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593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</a:rPr>
              <a:t>Hybrid  ★ 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80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⏱  Timeline:  ~8–10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937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💰  Dev licences:  ~$1,600–$2,000
licence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6B"/>
                </a:solidFill>
              </a:rPr>
              <a:t>Ongoing API: ~$35–$50/month  (all scenarios)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One Decision. Three Steps. Live in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37560" cy="39319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60020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99CC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Confirm scope and
select the team model
(Hybrid recommended)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017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33756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32120" y="160020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3A5C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432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4290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Name Analytics leads
+ Technology support
Procure Claude licences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17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9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371600"/>
            <a:ext cx="3337560" cy="39319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160020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A86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432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4290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1 goes live at
paneliq.borderlessaccess.com
within 5–7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669280"/>
            <a:ext cx="9418320" cy="254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8D0"/>
                </a:solidFill>
              </a:rPr>
              <a:t>paneliq.borderlessaccess.com  |  Borderless Access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